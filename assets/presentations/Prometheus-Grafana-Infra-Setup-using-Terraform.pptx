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9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zad Ahemad" userId="fd6a67e983e75dfc" providerId="LiveId" clId="{02ECAF3E-54A0-4DEC-B291-3D04D0695FCE}"/>
    <pc:docChg chg="undo custSel modSld">
      <pc:chgData name="Sazad Ahemad" userId="fd6a67e983e75dfc" providerId="LiveId" clId="{02ECAF3E-54A0-4DEC-B291-3D04D0695FCE}" dt="2026-07-30T09:25:41.355" v="51" actId="931"/>
      <pc:docMkLst>
        <pc:docMk/>
      </pc:docMkLst>
      <pc:sldChg chg="addSp delSp modSp mod setBg">
        <pc:chgData name="Sazad Ahemad" userId="fd6a67e983e75dfc" providerId="LiveId" clId="{02ECAF3E-54A0-4DEC-B291-3D04D0695FCE}" dt="2026-07-30T09:25:41.355" v="51" actId="931"/>
        <pc:sldMkLst>
          <pc:docMk/>
          <pc:sldMk cId="1844512770" sldId="256"/>
        </pc:sldMkLst>
        <pc:spChg chg="add del mod">
          <ac:chgData name="Sazad Ahemad" userId="fd6a67e983e75dfc" providerId="LiveId" clId="{02ECAF3E-54A0-4DEC-B291-3D04D0695FCE}" dt="2026-07-30T09:22:02.576" v="33" actId="478"/>
          <ac:spMkLst>
            <pc:docMk/>
            <pc:sldMk cId="1844512770" sldId="256"/>
            <ac:spMk id="8" creationId="{3D4CA68E-71C3-5866-AB06-8E4C18468B66}"/>
          </ac:spMkLst>
        </pc:spChg>
        <pc:spChg chg="add mod">
          <ac:chgData name="Sazad Ahemad" userId="fd6a67e983e75dfc" providerId="LiveId" clId="{02ECAF3E-54A0-4DEC-B291-3D04D0695FCE}" dt="2026-07-30T09:25:41.355" v="51" actId="931"/>
          <ac:spMkLst>
            <pc:docMk/>
            <pc:sldMk cId="1844512770" sldId="256"/>
            <ac:spMk id="11" creationId="{AE5A1AFF-8976-5BCA-3188-C9C59727FF7B}"/>
          </ac:spMkLst>
        </pc:spChg>
        <pc:picChg chg="add del mod">
          <ac:chgData name="Sazad Ahemad" userId="fd6a67e983e75dfc" providerId="LiveId" clId="{02ECAF3E-54A0-4DEC-B291-3D04D0695FCE}" dt="2026-07-30T09:23:50.505" v="50" actId="478"/>
          <ac:picMkLst>
            <pc:docMk/>
            <pc:sldMk cId="1844512770" sldId="256"/>
            <ac:picMk id="7" creationId="{49D6487D-4709-E2F4-B580-8DD18CD6740A}"/>
          </ac:picMkLst>
        </pc:picChg>
        <pc:picChg chg="add mod">
          <ac:chgData name="Sazad Ahemad" userId="fd6a67e983e75dfc" providerId="LiveId" clId="{02ECAF3E-54A0-4DEC-B291-3D04D0695FCE}" dt="2026-07-30T09:25:41.355" v="51" actId="931"/>
          <ac:picMkLst>
            <pc:docMk/>
            <pc:sldMk cId="1844512770" sldId="256"/>
            <ac:picMk id="10" creationId="{FBC5488A-50FC-E346-ACD7-A52D0E7C858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9E0363-BC1B-4990-9B06-22B80D6C639E}" type="doc">
      <dgm:prSet loTypeId="urn:microsoft.com/office/officeart/2005/8/layout/bProcess4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4EFDCC95-691B-49F2-ABAC-BFDF195D5D71}">
      <dgm:prSet phldrT="[Text]"/>
      <dgm:spPr/>
      <dgm:t>
        <a:bodyPr/>
        <a:lstStyle/>
        <a:p>
          <a:r>
            <a:rPr lang="en-IN" dirty="0">
              <a:latin typeface="Comic Sans MS" panose="030F0702030302020204" pitchFamily="66" charset="0"/>
            </a:rPr>
            <a:t>Developer</a:t>
          </a:r>
        </a:p>
      </dgm:t>
    </dgm:pt>
    <dgm:pt modelId="{79954720-D5D4-41A2-BE3C-71C55DDBA61C}" type="parTrans" cxnId="{8AC53AB8-9CB6-4115-86D3-D5A8A6C06CF8}">
      <dgm:prSet/>
      <dgm:spPr/>
      <dgm:t>
        <a:bodyPr/>
        <a:lstStyle/>
        <a:p>
          <a:endParaRPr lang="en-IN"/>
        </a:p>
      </dgm:t>
    </dgm:pt>
    <dgm:pt modelId="{668C7EC1-1975-4658-82EB-2194B77CA34E}" type="sibTrans" cxnId="{8AC53AB8-9CB6-4115-86D3-D5A8A6C06CF8}">
      <dgm:prSet/>
      <dgm:spPr/>
      <dgm:t>
        <a:bodyPr/>
        <a:lstStyle/>
        <a:p>
          <a:endParaRPr lang="en-IN"/>
        </a:p>
      </dgm:t>
    </dgm:pt>
    <dgm:pt modelId="{615EB962-5D3C-4C66-893B-11892B7D1023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2870" tIns="102870" rIns="102870" bIns="102870" numCol="1" spcCol="1270" anchor="ctr" anchorCtr="0"/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Git Push</a:t>
          </a:r>
        </a:p>
      </dgm:t>
    </dgm:pt>
    <dgm:pt modelId="{D36C7197-44FC-4A65-B632-9D8F148EB115}" type="parTrans" cxnId="{9DF97F39-75F8-4C07-8C93-027F9A940E4B}">
      <dgm:prSet/>
      <dgm:spPr/>
      <dgm:t>
        <a:bodyPr/>
        <a:lstStyle/>
        <a:p>
          <a:endParaRPr lang="en-IN"/>
        </a:p>
      </dgm:t>
    </dgm:pt>
    <dgm:pt modelId="{1319ECD3-B292-40A1-A5F3-D9BE4940C9CC}" type="sibTrans" cxnId="{9DF97F39-75F8-4C07-8C93-027F9A940E4B}">
      <dgm:prSet/>
      <dgm:spPr/>
      <dgm:t>
        <a:bodyPr/>
        <a:lstStyle/>
        <a:p>
          <a:endParaRPr lang="en-IN"/>
        </a:p>
      </dgm:t>
    </dgm:pt>
    <dgm:pt modelId="{A60E1518-09BF-4AFE-B772-0DC7E0BAAA81}">
      <dgm:prSet phldrT="[Text]" custT="1"/>
      <dgm:spPr/>
      <dgm:t>
        <a:bodyPr spcFirstLastPara="0" vert="horz" wrap="square" lIns="102870" tIns="102870" rIns="102870" bIns="102870" numCol="1" spcCol="1270" anchor="ctr" anchorCtr="0"/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GitLab Pipeline</a:t>
          </a:r>
        </a:p>
      </dgm:t>
    </dgm:pt>
    <dgm:pt modelId="{8515D286-96A1-48E5-85A4-D625992EA287}" type="parTrans" cxnId="{A141334C-BE9B-412C-B270-B9DCA87B35BE}">
      <dgm:prSet/>
      <dgm:spPr/>
      <dgm:t>
        <a:bodyPr/>
        <a:lstStyle/>
        <a:p>
          <a:endParaRPr lang="en-IN"/>
        </a:p>
      </dgm:t>
    </dgm:pt>
    <dgm:pt modelId="{947295DB-92BC-4D24-89E4-92AD3B66F9C2}" type="sibTrans" cxnId="{A141334C-BE9B-412C-B270-B9DCA87B35BE}">
      <dgm:prSet/>
      <dgm:spPr/>
      <dgm:t>
        <a:bodyPr/>
        <a:lstStyle/>
        <a:p>
          <a:endParaRPr lang="en-IN"/>
        </a:p>
      </dgm:t>
    </dgm:pt>
    <dgm:pt modelId="{4DD007D0-3319-4DDC-976A-EA1EB95F89CF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2870" tIns="102870" rIns="102870" bIns="102870" numCol="1" spcCol="1270" anchor="ctr" anchorCtr="0"/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Terraform</a:t>
          </a:r>
          <a:endParaRPr lang="en-IN" sz="2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omic Sans MS" panose="030F0702030302020204" pitchFamily="66" charset="0"/>
            <a:ea typeface="+mn-ea"/>
            <a:cs typeface="+mn-cs"/>
          </a:endParaRPr>
        </a:p>
      </dgm:t>
    </dgm:pt>
    <dgm:pt modelId="{57ED9B57-1717-4A83-B0D7-89E0204CF8BC}" type="parTrans" cxnId="{6B92E1FF-F301-4C18-AA95-1852449AA290}">
      <dgm:prSet/>
      <dgm:spPr/>
      <dgm:t>
        <a:bodyPr/>
        <a:lstStyle/>
        <a:p>
          <a:endParaRPr lang="en-IN"/>
        </a:p>
      </dgm:t>
    </dgm:pt>
    <dgm:pt modelId="{8057E477-02C7-4743-87BC-BEB15B49B295}" type="sibTrans" cxnId="{6B92E1FF-F301-4C18-AA95-1852449AA290}">
      <dgm:prSet/>
      <dgm:spPr/>
      <dgm:t>
        <a:bodyPr/>
        <a:lstStyle/>
        <a:p>
          <a:endParaRPr lang="en-IN"/>
        </a:p>
      </dgm:t>
    </dgm:pt>
    <dgm:pt modelId="{0E1B5384-6488-46FD-9370-58845948D41E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2870" tIns="102870" rIns="102870" bIns="102870" numCol="1" spcCol="1270" anchor="ctr" anchorCtr="0"/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AWS EC2</a:t>
          </a:r>
        </a:p>
      </dgm:t>
    </dgm:pt>
    <dgm:pt modelId="{2C39FDA6-7069-4E05-B288-73D18738B3A9}" type="parTrans" cxnId="{6D39C259-CAF7-44B3-9E1C-34D53F641BFF}">
      <dgm:prSet/>
      <dgm:spPr/>
      <dgm:t>
        <a:bodyPr/>
        <a:lstStyle/>
        <a:p>
          <a:endParaRPr lang="en-IN"/>
        </a:p>
      </dgm:t>
    </dgm:pt>
    <dgm:pt modelId="{9FFA6C08-5F34-489E-9C33-46FEAF35159A}" type="sibTrans" cxnId="{6D39C259-CAF7-44B3-9E1C-34D53F641BFF}">
      <dgm:prSet/>
      <dgm:spPr/>
      <dgm:t>
        <a:bodyPr/>
        <a:lstStyle/>
        <a:p>
          <a:endParaRPr lang="en-IN"/>
        </a:p>
      </dgm:t>
    </dgm:pt>
    <dgm:pt modelId="{0206530A-8C3A-4AA7-98D8-7F565D3160A6}">
      <dgm:prSet phldrT="[Text]" custT="1"/>
      <dgm:spPr/>
      <dgm:t>
        <a:bodyPr/>
        <a:lstStyle/>
        <a:p>
          <a:r>
            <a:rPr lang="en-IN" sz="2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Ansible</a:t>
          </a:r>
        </a:p>
      </dgm:t>
    </dgm:pt>
    <dgm:pt modelId="{BE48A3D3-C3FD-44C3-9CC4-EE241223EE61}" type="parTrans" cxnId="{6EB63608-87B0-4AD1-93BE-3105E02640E2}">
      <dgm:prSet/>
      <dgm:spPr/>
      <dgm:t>
        <a:bodyPr/>
        <a:lstStyle/>
        <a:p>
          <a:endParaRPr lang="en-IN"/>
        </a:p>
      </dgm:t>
    </dgm:pt>
    <dgm:pt modelId="{04CCFA2F-1F9C-4029-A5D4-33361CA2FFED}" type="sibTrans" cxnId="{6EB63608-87B0-4AD1-93BE-3105E02640E2}">
      <dgm:prSet/>
      <dgm:spPr/>
      <dgm:t>
        <a:bodyPr/>
        <a:lstStyle/>
        <a:p>
          <a:endParaRPr lang="en-IN"/>
        </a:p>
      </dgm:t>
    </dgm:pt>
    <dgm:pt modelId="{751BA2AF-3F96-4710-8A19-AB5B1B3EFEA3}">
      <dgm:prSet phldrT="[Text]" custT="1"/>
      <dgm:spPr/>
      <dgm:t>
        <a:bodyPr/>
        <a:lstStyle/>
        <a:p>
          <a:r>
            <a:rPr lang="en-IN" sz="2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Docker</a:t>
          </a:r>
        </a:p>
      </dgm:t>
    </dgm:pt>
    <dgm:pt modelId="{C95A3290-1165-4192-B7D3-04D27608613C}" type="parTrans" cxnId="{259A2FA8-EE2A-4C9A-9939-701948E80EAF}">
      <dgm:prSet/>
      <dgm:spPr/>
      <dgm:t>
        <a:bodyPr/>
        <a:lstStyle/>
        <a:p>
          <a:endParaRPr lang="en-IN"/>
        </a:p>
      </dgm:t>
    </dgm:pt>
    <dgm:pt modelId="{B1AFDA92-49B7-4621-875E-334E9710C848}" type="sibTrans" cxnId="{259A2FA8-EE2A-4C9A-9939-701948E80EAF}">
      <dgm:prSet/>
      <dgm:spPr/>
      <dgm:t>
        <a:bodyPr/>
        <a:lstStyle/>
        <a:p>
          <a:endParaRPr lang="en-IN"/>
        </a:p>
      </dgm:t>
    </dgm:pt>
    <dgm:pt modelId="{83558FB5-8C52-4B42-8611-2FB4E616489B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2870" tIns="102870" rIns="102870" bIns="102870" numCol="1" spcCol="1270" anchor="ctr" anchorCtr="0"/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Prometheus</a:t>
          </a:r>
          <a:endParaRPr lang="en-IN" sz="2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omic Sans MS" panose="030F0702030302020204" pitchFamily="66" charset="0"/>
            <a:ea typeface="+mn-ea"/>
            <a:cs typeface="+mn-cs"/>
          </a:endParaRPr>
        </a:p>
      </dgm:t>
    </dgm:pt>
    <dgm:pt modelId="{C077F1A8-38E1-4D25-8DE5-14D7E690BB20}" type="parTrans" cxnId="{E1C2F8CA-BA58-4A43-AA5B-50E5E176312E}">
      <dgm:prSet/>
      <dgm:spPr/>
      <dgm:t>
        <a:bodyPr/>
        <a:lstStyle/>
        <a:p>
          <a:endParaRPr lang="en-IN"/>
        </a:p>
      </dgm:t>
    </dgm:pt>
    <dgm:pt modelId="{81EAD03E-3DFE-4FB1-BCBD-3C77A4FC25AD}" type="sibTrans" cxnId="{E1C2F8CA-BA58-4A43-AA5B-50E5E176312E}">
      <dgm:prSet/>
      <dgm:spPr/>
      <dgm:t>
        <a:bodyPr/>
        <a:lstStyle/>
        <a:p>
          <a:endParaRPr lang="en-IN"/>
        </a:p>
      </dgm:t>
    </dgm:pt>
    <dgm:pt modelId="{9EA33FDE-70C2-4960-8C6D-94F2B913CFCE}">
      <dgm:prSet phldrT="[Text]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2870" tIns="102870" rIns="102870" bIns="102870" numCol="1" spcCol="1270" anchor="ctr" anchorCtr="0"/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Grafana</a:t>
          </a:r>
        </a:p>
      </dgm:t>
    </dgm:pt>
    <dgm:pt modelId="{28CAA3B7-0FA3-4573-A817-0D5F0F08E803}" type="parTrans" cxnId="{4F7E4F9E-6E44-4E14-B73E-2A92A1C70990}">
      <dgm:prSet/>
      <dgm:spPr/>
      <dgm:t>
        <a:bodyPr/>
        <a:lstStyle/>
        <a:p>
          <a:endParaRPr lang="en-IN"/>
        </a:p>
      </dgm:t>
    </dgm:pt>
    <dgm:pt modelId="{A8FF6788-9C94-424C-B0F7-40AF10AC1650}" type="sibTrans" cxnId="{4F7E4F9E-6E44-4E14-B73E-2A92A1C70990}">
      <dgm:prSet/>
      <dgm:spPr/>
      <dgm:t>
        <a:bodyPr/>
        <a:lstStyle/>
        <a:p>
          <a:endParaRPr lang="en-IN"/>
        </a:p>
      </dgm:t>
    </dgm:pt>
    <dgm:pt modelId="{768D714D-3B07-4F8D-BAD6-A2FA236A2F02}" type="pres">
      <dgm:prSet presAssocID="{D59E0363-BC1B-4990-9B06-22B80D6C639E}" presName="Name0" presStyleCnt="0">
        <dgm:presLayoutVars>
          <dgm:dir/>
          <dgm:resizeHandles/>
        </dgm:presLayoutVars>
      </dgm:prSet>
      <dgm:spPr/>
    </dgm:pt>
    <dgm:pt modelId="{788F0CD9-786B-465B-86D0-54C9A0E40DA9}" type="pres">
      <dgm:prSet presAssocID="{4EFDCC95-691B-49F2-ABAC-BFDF195D5D71}" presName="compNode" presStyleCnt="0"/>
      <dgm:spPr/>
    </dgm:pt>
    <dgm:pt modelId="{EE329381-F895-4CBB-A75B-51557EC1AF5C}" type="pres">
      <dgm:prSet presAssocID="{4EFDCC95-691B-49F2-ABAC-BFDF195D5D71}" presName="dummyConnPt" presStyleCnt="0"/>
      <dgm:spPr/>
    </dgm:pt>
    <dgm:pt modelId="{47022EF5-0ACB-43BD-88F9-93E3BF07EA4E}" type="pres">
      <dgm:prSet presAssocID="{4EFDCC95-691B-49F2-ABAC-BFDF195D5D71}" presName="node" presStyleLbl="node1" presStyleIdx="0" presStyleCnt="9">
        <dgm:presLayoutVars>
          <dgm:bulletEnabled val="1"/>
        </dgm:presLayoutVars>
      </dgm:prSet>
      <dgm:spPr/>
    </dgm:pt>
    <dgm:pt modelId="{AEFA483E-1B78-4F69-9B0B-DECA75328D43}" type="pres">
      <dgm:prSet presAssocID="{668C7EC1-1975-4658-82EB-2194B77CA34E}" presName="sibTrans" presStyleLbl="bgSibTrans2D1" presStyleIdx="0" presStyleCnt="8"/>
      <dgm:spPr/>
    </dgm:pt>
    <dgm:pt modelId="{D26D6831-CFA1-4628-9A7B-1489DC30825C}" type="pres">
      <dgm:prSet presAssocID="{615EB962-5D3C-4C66-893B-11892B7D1023}" presName="compNode" presStyleCnt="0"/>
      <dgm:spPr/>
    </dgm:pt>
    <dgm:pt modelId="{A1E9BDA5-6037-4673-8858-460B52F0A4A6}" type="pres">
      <dgm:prSet presAssocID="{615EB962-5D3C-4C66-893B-11892B7D1023}" presName="dummyConnPt" presStyleCnt="0"/>
      <dgm:spPr/>
    </dgm:pt>
    <dgm:pt modelId="{6D60169F-25A5-45EB-BA37-4768FB4F56BF}" type="pres">
      <dgm:prSet presAssocID="{615EB962-5D3C-4C66-893B-11892B7D1023}" presName="node" presStyleLbl="node1" presStyleIdx="1" presStyleCnt="9">
        <dgm:presLayoutVars>
          <dgm:bulletEnabled val="1"/>
        </dgm:presLayoutVars>
      </dgm:prSet>
      <dgm:spPr>
        <a:xfrm>
          <a:off x="1508184" y="1479699"/>
          <a:ext cx="1969704" cy="1181822"/>
        </a:xfrm>
        <a:prstGeom prst="roundRect">
          <a:avLst>
            <a:gd name="adj" fmla="val 10000"/>
          </a:avLst>
        </a:prstGeom>
      </dgm:spPr>
    </dgm:pt>
    <dgm:pt modelId="{FE4A66B0-9C70-4719-ACCF-6E465F803DA6}" type="pres">
      <dgm:prSet presAssocID="{1319ECD3-B292-40A1-A5F3-D9BE4940C9CC}" presName="sibTrans" presStyleLbl="bgSibTrans2D1" presStyleIdx="1" presStyleCnt="8"/>
      <dgm:spPr/>
    </dgm:pt>
    <dgm:pt modelId="{AAA4C688-754D-408B-AEE8-F4B95F2AFCAC}" type="pres">
      <dgm:prSet presAssocID="{A60E1518-09BF-4AFE-B772-0DC7E0BAAA81}" presName="compNode" presStyleCnt="0"/>
      <dgm:spPr/>
    </dgm:pt>
    <dgm:pt modelId="{BE45FD27-E11B-4D93-8D40-EC4B276F6D4A}" type="pres">
      <dgm:prSet presAssocID="{A60E1518-09BF-4AFE-B772-0DC7E0BAAA81}" presName="dummyConnPt" presStyleCnt="0"/>
      <dgm:spPr/>
    </dgm:pt>
    <dgm:pt modelId="{F13F8955-8595-4ACA-8DA6-A5733E6857F0}" type="pres">
      <dgm:prSet presAssocID="{A60E1518-09BF-4AFE-B772-0DC7E0BAAA81}" presName="node" presStyleLbl="node1" presStyleIdx="2" presStyleCnt="9">
        <dgm:presLayoutVars>
          <dgm:bulletEnabled val="1"/>
        </dgm:presLayoutVars>
      </dgm:prSet>
      <dgm:spPr/>
    </dgm:pt>
    <dgm:pt modelId="{0738D25C-F263-411E-9179-AFCA064F5B4B}" type="pres">
      <dgm:prSet presAssocID="{947295DB-92BC-4D24-89E4-92AD3B66F9C2}" presName="sibTrans" presStyleLbl="bgSibTrans2D1" presStyleIdx="2" presStyleCnt="8"/>
      <dgm:spPr/>
    </dgm:pt>
    <dgm:pt modelId="{6CEF5860-4DC7-4556-A4EF-229C25F5589F}" type="pres">
      <dgm:prSet presAssocID="{4DD007D0-3319-4DDC-976A-EA1EB95F89CF}" presName="compNode" presStyleCnt="0"/>
      <dgm:spPr/>
    </dgm:pt>
    <dgm:pt modelId="{CCC717FA-D23A-4CA6-B519-78F821DC44CC}" type="pres">
      <dgm:prSet presAssocID="{4DD007D0-3319-4DDC-976A-EA1EB95F89CF}" presName="dummyConnPt" presStyleCnt="0"/>
      <dgm:spPr/>
    </dgm:pt>
    <dgm:pt modelId="{7F1D3013-3CBD-4B32-8C1E-60E3260402E3}" type="pres">
      <dgm:prSet presAssocID="{4DD007D0-3319-4DDC-976A-EA1EB95F89CF}" presName="node" presStyleLbl="node1" presStyleIdx="3" presStyleCnt="9">
        <dgm:presLayoutVars>
          <dgm:bulletEnabled val="1"/>
        </dgm:presLayoutVars>
      </dgm:prSet>
      <dgm:spPr>
        <a:xfrm>
          <a:off x="4127892" y="2956977"/>
          <a:ext cx="1969704" cy="1181822"/>
        </a:xfrm>
        <a:prstGeom prst="roundRect">
          <a:avLst>
            <a:gd name="adj" fmla="val 10000"/>
          </a:avLst>
        </a:prstGeom>
      </dgm:spPr>
    </dgm:pt>
    <dgm:pt modelId="{A48214D3-57C8-425A-9FA5-0E511ABAB657}" type="pres">
      <dgm:prSet presAssocID="{8057E477-02C7-4743-87BC-BEB15B49B295}" presName="sibTrans" presStyleLbl="bgSibTrans2D1" presStyleIdx="3" presStyleCnt="8"/>
      <dgm:spPr/>
    </dgm:pt>
    <dgm:pt modelId="{D222AED5-B39C-4D22-98A1-3327E9D9C848}" type="pres">
      <dgm:prSet presAssocID="{0E1B5384-6488-46FD-9370-58845948D41E}" presName="compNode" presStyleCnt="0"/>
      <dgm:spPr/>
    </dgm:pt>
    <dgm:pt modelId="{BE95EAE0-EC7F-41BE-82C4-47FF4B635BC7}" type="pres">
      <dgm:prSet presAssocID="{0E1B5384-6488-46FD-9370-58845948D41E}" presName="dummyConnPt" presStyleCnt="0"/>
      <dgm:spPr/>
    </dgm:pt>
    <dgm:pt modelId="{09D6DF70-789E-4953-862A-6F1EC68C5E0F}" type="pres">
      <dgm:prSet presAssocID="{0E1B5384-6488-46FD-9370-58845948D41E}" presName="node" presStyleLbl="node1" presStyleIdx="4" presStyleCnt="9">
        <dgm:presLayoutVars>
          <dgm:bulletEnabled val="1"/>
        </dgm:presLayoutVars>
      </dgm:prSet>
      <dgm:spPr>
        <a:xfrm>
          <a:off x="4127892" y="1479699"/>
          <a:ext cx="1969704" cy="1181822"/>
        </a:xfrm>
        <a:prstGeom prst="roundRect">
          <a:avLst>
            <a:gd name="adj" fmla="val 10000"/>
          </a:avLst>
        </a:prstGeom>
      </dgm:spPr>
    </dgm:pt>
    <dgm:pt modelId="{368BAF74-8AC0-4B91-B15E-4EF23ED27DCE}" type="pres">
      <dgm:prSet presAssocID="{9FFA6C08-5F34-489E-9C33-46FEAF35159A}" presName="sibTrans" presStyleLbl="bgSibTrans2D1" presStyleIdx="4" presStyleCnt="8"/>
      <dgm:spPr/>
    </dgm:pt>
    <dgm:pt modelId="{305A1013-F55D-47A5-AADB-2B2D6AB9311B}" type="pres">
      <dgm:prSet presAssocID="{0206530A-8C3A-4AA7-98D8-7F565D3160A6}" presName="compNode" presStyleCnt="0"/>
      <dgm:spPr/>
    </dgm:pt>
    <dgm:pt modelId="{E1C1136E-AB63-4DB8-98AE-59738E37E968}" type="pres">
      <dgm:prSet presAssocID="{0206530A-8C3A-4AA7-98D8-7F565D3160A6}" presName="dummyConnPt" presStyleCnt="0"/>
      <dgm:spPr/>
    </dgm:pt>
    <dgm:pt modelId="{F3D34E3B-E59E-4218-B212-CD4AE13FBC67}" type="pres">
      <dgm:prSet presAssocID="{0206530A-8C3A-4AA7-98D8-7F565D3160A6}" presName="node" presStyleLbl="node1" presStyleIdx="5" presStyleCnt="9">
        <dgm:presLayoutVars>
          <dgm:bulletEnabled val="1"/>
        </dgm:presLayoutVars>
      </dgm:prSet>
      <dgm:spPr/>
    </dgm:pt>
    <dgm:pt modelId="{21BAF4BB-5BA9-4EC2-B232-53C1C93D0FE9}" type="pres">
      <dgm:prSet presAssocID="{04CCFA2F-1F9C-4029-A5D4-33361CA2FFED}" presName="sibTrans" presStyleLbl="bgSibTrans2D1" presStyleIdx="5" presStyleCnt="8"/>
      <dgm:spPr/>
    </dgm:pt>
    <dgm:pt modelId="{97CB65B6-1F29-4459-BF4A-EFB08119B8D9}" type="pres">
      <dgm:prSet presAssocID="{751BA2AF-3F96-4710-8A19-AB5B1B3EFEA3}" presName="compNode" presStyleCnt="0"/>
      <dgm:spPr/>
    </dgm:pt>
    <dgm:pt modelId="{B61CA18D-BE7F-4A23-83C8-284342D3BCD6}" type="pres">
      <dgm:prSet presAssocID="{751BA2AF-3F96-4710-8A19-AB5B1B3EFEA3}" presName="dummyConnPt" presStyleCnt="0"/>
      <dgm:spPr/>
    </dgm:pt>
    <dgm:pt modelId="{8B4CCD9A-F256-4B5E-A89A-83D275B74776}" type="pres">
      <dgm:prSet presAssocID="{751BA2AF-3F96-4710-8A19-AB5B1B3EFEA3}" presName="node" presStyleLbl="node1" presStyleIdx="6" presStyleCnt="9">
        <dgm:presLayoutVars>
          <dgm:bulletEnabled val="1"/>
        </dgm:presLayoutVars>
      </dgm:prSet>
      <dgm:spPr/>
    </dgm:pt>
    <dgm:pt modelId="{498A5D8C-9B41-4B12-90CE-F6DD580A4527}" type="pres">
      <dgm:prSet presAssocID="{B1AFDA92-49B7-4621-875E-334E9710C848}" presName="sibTrans" presStyleLbl="bgSibTrans2D1" presStyleIdx="6" presStyleCnt="8"/>
      <dgm:spPr/>
    </dgm:pt>
    <dgm:pt modelId="{A86D9F2D-F10D-4D7B-B0CA-F4F3DC2163B4}" type="pres">
      <dgm:prSet presAssocID="{83558FB5-8C52-4B42-8611-2FB4E616489B}" presName="compNode" presStyleCnt="0"/>
      <dgm:spPr/>
    </dgm:pt>
    <dgm:pt modelId="{8DF3E39C-0807-499E-B206-CAF5742B54B0}" type="pres">
      <dgm:prSet presAssocID="{83558FB5-8C52-4B42-8611-2FB4E616489B}" presName="dummyConnPt" presStyleCnt="0"/>
      <dgm:spPr/>
    </dgm:pt>
    <dgm:pt modelId="{7022FE11-637B-4A2F-B76C-8D40F0F3D6F6}" type="pres">
      <dgm:prSet presAssocID="{83558FB5-8C52-4B42-8611-2FB4E616489B}" presName="node" presStyleLbl="node1" presStyleIdx="7" presStyleCnt="9">
        <dgm:presLayoutVars>
          <dgm:bulletEnabled val="1"/>
        </dgm:presLayoutVars>
      </dgm:prSet>
      <dgm:spPr>
        <a:xfrm>
          <a:off x="6747599" y="1479699"/>
          <a:ext cx="1969704" cy="1181822"/>
        </a:xfrm>
        <a:prstGeom prst="roundRect">
          <a:avLst>
            <a:gd name="adj" fmla="val 10000"/>
          </a:avLst>
        </a:prstGeom>
      </dgm:spPr>
    </dgm:pt>
    <dgm:pt modelId="{1C0FFBD3-B7C3-4658-BEEC-E8E86EC472FB}" type="pres">
      <dgm:prSet presAssocID="{81EAD03E-3DFE-4FB1-BCBD-3C77A4FC25AD}" presName="sibTrans" presStyleLbl="bgSibTrans2D1" presStyleIdx="7" presStyleCnt="8"/>
      <dgm:spPr/>
    </dgm:pt>
    <dgm:pt modelId="{61B131AF-4A7B-4573-A508-02250ACFF27F}" type="pres">
      <dgm:prSet presAssocID="{9EA33FDE-70C2-4960-8C6D-94F2B913CFCE}" presName="compNode" presStyleCnt="0"/>
      <dgm:spPr/>
    </dgm:pt>
    <dgm:pt modelId="{7870C89E-0D5D-4B3E-8DF5-117E5F6A7336}" type="pres">
      <dgm:prSet presAssocID="{9EA33FDE-70C2-4960-8C6D-94F2B913CFCE}" presName="dummyConnPt" presStyleCnt="0"/>
      <dgm:spPr/>
    </dgm:pt>
    <dgm:pt modelId="{D8C8617F-DE18-495E-8C39-6DE4A7B822C9}" type="pres">
      <dgm:prSet presAssocID="{9EA33FDE-70C2-4960-8C6D-94F2B913CFCE}" presName="node" presStyleLbl="node1" presStyleIdx="8" presStyleCnt="9">
        <dgm:presLayoutVars>
          <dgm:bulletEnabled val="1"/>
        </dgm:presLayoutVars>
      </dgm:prSet>
      <dgm:spPr>
        <a:xfrm>
          <a:off x="6747599" y="2956977"/>
          <a:ext cx="1969704" cy="1181822"/>
        </a:xfrm>
        <a:prstGeom prst="roundRect">
          <a:avLst>
            <a:gd name="adj" fmla="val 10000"/>
          </a:avLst>
        </a:prstGeom>
      </dgm:spPr>
    </dgm:pt>
  </dgm:ptLst>
  <dgm:cxnLst>
    <dgm:cxn modelId="{6EB63608-87B0-4AD1-93BE-3105E02640E2}" srcId="{D59E0363-BC1B-4990-9B06-22B80D6C639E}" destId="{0206530A-8C3A-4AA7-98D8-7F565D3160A6}" srcOrd="5" destOrd="0" parTransId="{BE48A3D3-C3FD-44C3-9CC4-EE241223EE61}" sibTransId="{04CCFA2F-1F9C-4029-A5D4-33361CA2FFED}"/>
    <dgm:cxn modelId="{BC9A5719-B805-4FE6-A5F7-CD42D6B72227}" type="presOf" srcId="{A60E1518-09BF-4AFE-B772-0DC7E0BAAA81}" destId="{F13F8955-8595-4ACA-8DA6-A5733E6857F0}" srcOrd="0" destOrd="0" presId="urn:microsoft.com/office/officeart/2005/8/layout/bProcess4"/>
    <dgm:cxn modelId="{14D5C52E-22C7-4665-BC4A-902B6B60118C}" type="presOf" srcId="{B1AFDA92-49B7-4621-875E-334E9710C848}" destId="{498A5D8C-9B41-4B12-90CE-F6DD580A4527}" srcOrd="0" destOrd="0" presId="urn:microsoft.com/office/officeart/2005/8/layout/bProcess4"/>
    <dgm:cxn modelId="{9DF97F39-75F8-4C07-8C93-027F9A940E4B}" srcId="{D59E0363-BC1B-4990-9B06-22B80D6C639E}" destId="{615EB962-5D3C-4C66-893B-11892B7D1023}" srcOrd="1" destOrd="0" parTransId="{D36C7197-44FC-4A65-B632-9D8F148EB115}" sibTransId="{1319ECD3-B292-40A1-A5F3-D9BE4940C9CC}"/>
    <dgm:cxn modelId="{CE314261-707D-469C-8741-F11ED5952075}" type="presOf" srcId="{8057E477-02C7-4743-87BC-BEB15B49B295}" destId="{A48214D3-57C8-425A-9FA5-0E511ABAB657}" srcOrd="0" destOrd="0" presId="urn:microsoft.com/office/officeart/2005/8/layout/bProcess4"/>
    <dgm:cxn modelId="{B7661C44-2EC0-45FB-98B5-F549F25A42A4}" type="presOf" srcId="{947295DB-92BC-4D24-89E4-92AD3B66F9C2}" destId="{0738D25C-F263-411E-9179-AFCA064F5B4B}" srcOrd="0" destOrd="0" presId="urn:microsoft.com/office/officeart/2005/8/layout/bProcess4"/>
    <dgm:cxn modelId="{A141334C-BE9B-412C-B270-B9DCA87B35BE}" srcId="{D59E0363-BC1B-4990-9B06-22B80D6C639E}" destId="{A60E1518-09BF-4AFE-B772-0DC7E0BAAA81}" srcOrd="2" destOrd="0" parTransId="{8515D286-96A1-48E5-85A4-D625992EA287}" sibTransId="{947295DB-92BC-4D24-89E4-92AD3B66F9C2}"/>
    <dgm:cxn modelId="{4617E850-9E90-49AA-A4C4-636A758132D6}" type="presOf" srcId="{1319ECD3-B292-40A1-A5F3-D9BE4940C9CC}" destId="{FE4A66B0-9C70-4719-ACCF-6E465F803DA6}" srcOrd="0" destOrd="0" presId="urn:microsoft.com/office/officeart/2005/8/layout/bProcess4"/>
    <dgm:cxn modelId="{D75E0375-AC7A-4F2D-8731-E576B60E79C4}" type="presOf" srcId="{4DD007D0-3319-4DDC-976A-EA1EB95F89CF}" destId="{7F1D3013-3CBD-4B32-8C1E-60E3260402E3}" srcOrd="0" destOrd="0" presId="urn:microsoft.com/office/officeart/2005/8/layout/bProcess4"/>
    <dgm:cxn modelId="{51E71C77-4C58-47F0-ADDD-63B97542D61B}" type="presOf" srcId="{0206530A-8C3A-4AA7-98D8-7F565D3160A6}" destId="{F3D34E3B-E59E-4218-B212-CD4AE13FBC67}" srcOrd="0" destOrd="0" presId="urn:microsoft.com/office/officeart/2005/8/layout/bProcess4"/>
    <dgm:cxn modelId="{35ABC158-078C-4AEA-BAFD-DB2430F0B60D}" type="presOf" srcId="{81EAD03E-3DFE-4FB1-BCBD-3C77A4FC25AD}" destId="{1C0FFBD3-B7C3-4658-BEEC-E8E86EC472FB}" srcOrd="0" destOrd="0" presId="urn:microsoft.com/office/officeart/2005/8/layout/bProcess4"/>
    <dgm:cxn modelId="{6D39C259-CAF7-44B3-9E1C-34D53F641BFF}" srcId="{D59E0363-BC1B-4990-9B06-22B80D6C639E}" destId="{0E1B5384-6488-46FD-9370-58845948D41E}" srcOrd="4" destOrd="0" parTransId="{2C39FDA6-7069-4E05-B288-73D18738B3A9}" sibTransId="{9FFA6C08-5F34-489E-9C33-46FEAF35159A}"/>
    <dgm:cxn modelId="{0A2AF07F-7BA4-446C-9750-5B895EE9D08B}" type="presOf" srcId="{751BA2AF-3F96-4710-8A19-AB5B1B3EFEA3}" destId="{8B4CCD9A-F256-4B5E-A89A-83D275B74776}" srcOrd="0" destOrd="0" presId="urn:microsoft.com/office/officeart/2005/8/layout/bProcess4"/>
    <dgm:cxn modelId="{2A8B1D88-76E7-4263-9676-58B03C164E01}" type="presOf" srcId="{668C7EC1-1975-4658-82EB-2194B77CA34E}" destId="{AEFA483E-1B78-4F69-9B0B-DECA75328D43}" srcOrd="0" destOrd="0" presId="urn:microsoft.com/office/officeart/2005/8/layout/bProcess4"/>
    <dgm:cxn modelId="{9FC8F68C-9E28-4268-9D7C-A763A0786F46}" type="presOf" srcId="{9EA33FDE-70C2-4960-8C6D-94F2B913CFCE}" destId="{D8C8617F-DE18-495E-8C39-6DE4A7B822C9}" srcOrd="0" destOrd="0" presId="urn:microsoft.com/office/officeart/2005/8/layout/bProcess4"/>
    <dgm:cxn modelId="{CB379790-0A42-4990-8837-452D8DF80148}" type="presOf" srcId="{83558FB5-8C52-4B42-8611-2FB4E616489B}" destId="{7022FE11-637B-4A2F-B76C-8D40F0F3D6F6}" srcOrd="0" destOrd="0" presId="urn:microsoft.com/office/officeart/2005/8/layout/bProcess4"/>
    <dgm:cxn modelId="{4F7E4F9E-6E44-4E14-B73E-2A92A1C70990}" srcId="{D59E0363-BC1B-4990-9B06-22B80D6C639E}" destId="{9EA33FDE-70C2-4960-8C6D-94F2B913CFCE}" srcOrd="8" destOrd="0" parTransId="{28CAA3B7-0FA3-4573-A817-0D5F0F08E803}" sibTransId="{A8FF6788-9C94-424C-B0F7-40AF10AC1650}"/>
    <dgm:cxn modelId="{D8717FA4-2FB3-462B-ABCA-BF608796909F}" type="presOf" srcId="{D59E0363-BC1B-4990-9B06-22B80D6C639E}" destId="{768D714D-3B07-4F8D-BAD6-A2FA236A2F02}" srcOrd="0" destOrd="0" presId="urn:microsoft.com/office/officeart/2005/8/layout/bProcess4"/>
    <dgm:cxn modelId="{259A2FA8-EE2A-4C9A-9939-701948E80EAF}" srcId="{D59E0363-BC1B-4990-9B06-22B80D6C639E}" destId="{751BA2AF-3F96-4710-8A19-AB5B1B3EFEA3}" srcOrd="6" destOrd="0" parTransId="{C95A3290-1165-4192-B7D3-04D27608613C}" sibTransId="{B1AFDA92-49B7-4621-875E-334E9710C848}"/>
    <dgm:cxn modelId="{CD83C7B0-C1D0-4D2C-AEC9-B039C5CC81B0}" type="presOf" srcId="{0E1B5384-6488-46FD-9370-58845948D41E}" destId="{09D6DF70-789E-4953-862A-6F1EC68C5E0F}" srcOrd="0" destOrd="0" presId="urn:microsoft.com/office/officeart/2005/8/layout/bProcess4"/>
    <dgm:cxn modelId="{8AC53AB8-9CB6-4115-86D3-D5A8A6C06CF8}" srcId="{D59E0363-BC1B-4990-9B06-22B80D6C639E}" destId="{4EFDCC95-691B-49F2-ABAC-BFDF195D5D71}" srcOrd="0" destOrd="0" parTransId="{79954720-D5D4-41A2-BE3C-71C55DDBA61C}" sibTransId="{668C7EC1-1975-4658-82EB-2194B77CA34E}"/>
    <dgm:cxn modelId="{59D019C0-B291-4291-8F35-6074D9374538}" type="presOf" srcId="{9FFA6C08-5F34-489E-9C33-46FEAF35159A}" destId="{368BAF74-8AC0-4B91-B15E-4EF23ED27DCE}" srcOrd="0" destOrd="0" presId="urn:microsoft.com/office/officeart/2005/8/layout/bProcess4"/>
    <dgm:cxn modelId="{D4F435C4-8353-46D7-9867-EFA0005D75C0}" type="presOf" srcId="{04CCFA2F-1F9C-4029-A5D4-33361CA2FFED}" destId="{21BAF4BB-5BA9-4EC2-B232-53C1C93D0FE9}" srcOrd="0" destOrd="0" presId="urn:microsoft.com/office/officeart/2005/8/layout/bProcess4"/>
    <dgm:cxn modelId="{B459DEC9-3E05-448C-A5F3-E3B601E93694}" type="presOf" srcId="{615EB962-5D3C-4C66-893B-11892B7D1023}" destId="{6D60169F-25A5-45EB-BA37-4768FB4F56BF}" srcOrd="0" destOrd="0" presId="urn:microsoft.com/office/officeart/2005/8/layout/bProcess4"/>
    <dgm:cxn modelId="{E1C2F8CA-BA58-4A43-AA5B-50E5E176312E}" srcId="{D59E0363-BC1B-4990-9B06-22B80D6C639E}" destId="{83558FB5-8C52-4B42-8611-2FB4E616489B}" srcOrd="7" destOrd="0" parTransId="{C077F1A8-38E1-4D25-8DE5-14D7E690BB20}" sibTransId="{81EAD03E-3DFE-4FB1-BCBD-3C77A4FC25AD}"/>
    <dgm:cxn modelId="{9BEEF8EC-6D04-4E5A-8B5B-F7C9CB91EAC1}" type="presOf" srcId="{4EFDCC95-691B-49F2-ABAC-BFDF195D5D71}" destId="{47022EF5-0ACB-43BD-88F9-93E3BF07EA4E}" srcOrd="0" destOrd="0" presId="urn:microsoft.com/office/officeart/2005/8/layout/bProcess4"/>
    <dgm:cxn modelId="{6B92E1FF-F301-4C18-AA95-1852449AA290}" srcId="{D59E0363-BC1B-4990-9B06-22B80D6C639E}" destId="{4DD007D0-3319-4DDC-976A-EA1EB95F89CF}" srcOrd="3" destOrd="0" parTransId="{57ED9B57-1717-4A83-B0D7-89E0204CF8BC}" sibTransId="{8057E477-02C7-4743-87BC-BEB15B49B295}"/>
    <dgm:cxn modelId="{8EF6640D-6DEF-4EAB-82DA-DB9D495307BB}" type="presParOf" srcId="{768D714D-3B07-4F8D-BAD6-A2FA236A2F02}" destId="{788F0CD9-786B-465B-86D0-54C9A0E40DA9}" srcOrd="0" destOrd="0" presId="urn:microsoft.com/office/officeart/2005/8/layout/bProcess4"/>
    <dgm:cxn modelId="{9113AA90-D947-44DB-8739-607E31E2FC5F}" type="presParOf" srcId="{788F0CD9-786B-465B-86D0-54C9A0E40DA9}" destId="{EE329381-F895-4CBB-A75B-51557EC1AF5C}" srcOrd="0" destOrd="0" presId="urn:microsoft.com/office/officeart/2005/8/layout/bProcess4"/>
    <dgm:cxn modelId="{F6F23C0B-6ADF-4EA0-B5B6-A7B5561232AF}" type="presParOf" srcId="{788F0CD9-786B-465B-86D0-54C9A0E40DA9}" destId="{47022EF5-0ACB-43BD-88F9-93E3BF07EA4E}" srcOrd="1" destOrd="0" presId="urn:microsoft.com/office/officeart/2005/8/layout/bProcess4"/>
    <dgm:cxn modelId="{853C4210-C2DA-44AC-8AF5-07AD1B1E0542}" type="presParOf" srcId="{768D714D-3B07-4F8D-BAD6-A2FA236A2F02}" destId="{AEFA483E-1B78-4F69-9B0B-DECA75328D43}" srcOrd="1" destOrd="0" presId="urn:microsoft.com/office/officeart/2005/8/layout/bProcess4"/>
    <dgm:cxn modelId="{C643571C-B3C9-44D3-B70D-CD6D2D9A7484}" type="presParOf" srcId="{768D714D-3B07-4F8D-BAD6-A2FA236A2F02}" destId="{D26D6831-CFA1-4628-9A7B-1489DC30825C}" srcOrd="2" destOrd="0" presId="urn:microsoft.com/office/officeart/2005/8/layout/bProcess4"/>
    <dgm:cxn modelId="{2C7F94A8-40CD-4401-AFC5-F3993EFF1580}" type="presParOf" srcId="{D26D6831-CFA1-4628-9A7B-1489DC30825C}" destId="{A1E9BDA5-6037-4673-8858-460B52F0A4A6}" srcOrd="0" destOrd="0" presId="urn:microsoft.com/office/officeart/2005/8/layout/bProcess4"/>
    <dgm:cxn modelId="{EEE7148A-2775-43D8-9832-729B71819F97}" type="presParOf" srcId="{D26D6831-CFA1-4628-9A7B-1489DC30825C}" destId="{6D60169F-25A5-45EB-BA37-4768FB4F56BF}" srcOrd="1" destOrd="0" presId="urn:microsoft.com/office/officeart/2005/8/layout/bProcess4"/>
    <dgm:cxn modelId="{F4614188-A786-4F4D-8C5F-D08A85293919}" type="presParOf" srcId="{768D714D-3B07-4F8D-BAD6-A2FA236A2F02}" destId="{FE4A66B0-9C70-4719-ACCF-6E465F803DA6}" srcOrd="3" destOrd="0" presId="urn:microsoft.com/office/officeart/2005/8/layout/bProcess4"/>
    <dgm:cxn modelId="{72E0A6FA-CFBD-4028-9A9F-D81FC74E7BCC}" type="presParOf" srcId="{768D714D-3B07-4F8D-BAD6-A2FA236A2F02}" destId="{AAA4C688-754D-408B-AEE8-F4B95F2AFCAC}" srcOrd="4" destOrd="0" presId="urn:microsoft.com/office/officeart/2005/8/layout/bProcess4"/>
    <dgm:cxn modelId="{695564F0-FED8-4D28-9262-F868C4E44465}" type="presParOf" srcId="{AAA4C688-754D-408B-AEE8-F4B95F2AFCAC}" destId="{BE45FD27-E11B-4D93-8D40-EC4B276F6D4A}" srcOrd="0" destOrd="0" presId="urn:microsoft.com/office/officeart/2005/8/layout/bProcess4"/>
    <dgm:cxn modelId="{E27AEC54-B79C-44C6-92B4-DAE735B8DA36}" type="presParOf" srcId="{AAA4C688-754D-408B-AEE8-F4B95F2AFCAC}" destId="{F13F8955-8595-4ACA-8DA6-A5733E6857F0}" srcOrd="1" destOrd="0" presId="urn:microsoft.com/office/officeart/2005/8/layout/bProcess4"/>
    <dgm:cxn modelId="{5BD14221-9B96-4F0F-A632-F513858A6738}" type="presParOf" srcId="{768D714D-3B07-4F8D-BAD6-A2FA236A2F02}" destId="{0738D25C-F263-411E-9179-AFCA064F5B4B}" srcOrd="5" destOrd="0" presId="urn:microsoft.com/office/officeart/2005/8/layout/bProcess4"/>
    <dgm:cxn modelId="{41226614-2DA5-4E1F-8F41-355037965A53}" type="presParOf" srcId="{768D714D-3B07-4F8D-BAD6-A2FA236A2F02}" destId="{6CEF5860-4DC7-4556-A4EF-229C25F5589F}" srcOrd="6" destOrd="0" presId="urn:microsoft.com/office/officeart/2005/8/layout/bProcess4"/>
    <dgm:cxn modelId="{5E40BE8A-31D1-4D60-9D9D-DDDEF1C1D4EF}" type="presParOf" srcId="{6CEF5860-4DC7-4556-A4EF-229C25F5589F}" destId="{CCC717FA-D23A-4CA6-B519-78F821DC44CC}" srcOrd="0" destOrd="0" presId="urn:microsoft.com/office/officeart/2005/8/layout/bProcess4"/>
    <dgm:cxn modelId="{2E89BD19-4A80-4384-83B4-01E285E18A06}" type="presParOf" srcId="{6CEF5860-4DC7-4556-A4EF-229C25F5589F}" destId="{7F1D3013-3CBD-4B32-8C1E-60E3260402E3}" srcOrd="1" destOrd="0" presId="urn:microsoft.com/office/officeart/2005/8/layout/bProcess4"/>
    <dgm:cxn modelId="{8326A613-A590-4173-A067-CA88B3A5FDF6}" type="presParOf" srcId="{768D714D-3B07-4F8D-BAD6-A2FA236A2F02}" destId="{A48214D3-57C8-425A-9FA5-0E511ABAB657}" srcOrd="7" destOrd="0" presId="urn:microsoft.com/office/officeart/2005/8/layout/bProcess4"/>
    <dgm:cxn modelId="{FC2238B3-32A5-4657-8E69-7EA3914B482A}" type="presParOf" srcId="{768D714D-3B07-4F8D-BAD6-A2FA236A2F02}" destId="{D222AED5-B39C-4D22-98A1-3327E9D9C848}" srcOrd="8" destOrd="0" presId="urn:microsoft.com/office/officeart/2005/8/layout/bProcess4"/>
    <dgm:cxn modelId="{2D74239E-1EE1-4383-8C01-64FCB34B8FFC}" type="presParOf" srcId="{D222AED5-B39C-4D22-98A1-3327E9D9C848}" destId="{BE95EAE0-EC7F-41BE-82C4-47FF4B635BC7}" srcOrd="0" destOrd="0" presId="urn:microsoft.com/office/officeart/2005/8/layout/bProcess4"/>
    <dgm:cxn modelId="{A5D4C000-F6AF-4B8B-8F4E-B48AB038323A}" type="presParOf" srcId="{D222AED5-B39C-4D22-98A1-3327E9D9C848}" destId="{09D6DF70-789E-4953-862A-6F1EC68C5E0F}" srcOrd="1" destOrd="0" presId="urn:microsoft.com/office/officeart/2005/8/layout/bProcess4"/>
    <dgm:cxn modelId="{AF1FACD6-C36A-4443-8D91-4F4142A48EB3}" type="presParOf" srcId="{768D714D-3B07-4F8D-BAD6-A2FA236A2F02}" destId="{368BAF74-8AC0-4B91-B15E-4EF23ED27DCE}" srcOrd="9" destOrd="0" presId="urn:microsoft.com/office/officeart/2005/8/layout/bProcess4"/>
    <dgm:cxn modelId="{D281CFEC-7C1C-42DF-892E-30861330D290}" type="presParOf" srcId="{768D714D-3B07-4F8D-BAD6-A2FA236A2F02}" destId="{305A1013-F55D-47A5-AADB-2B2D6AB9311B}" srcOrd="10" destOrd="0" presId="urn:microsoft.com/office/officeart/2005/8/layout/bProcess4"/>
    <dgm:cxn modelId="{DED9B3F6-7B1B-45B4-9A03-D44A29B15ED1}" type="presParOf" srcId="{305A1013-F55D-47A5-AADB-2B2D6AB9311B}" destId="{E1C1136E-AB63-4DB8-98AE-59738E37E968}" srcOrd="0" destOrd="0" presId="urn:microsoft.com/office/officeart/2005/8/layout/bProcess4"/>
    <dgm:cxn modelId="{1B0DFDCF-5049-4BC5-BF87-37116DCB7BD3}" type="presParOf" srcId="{305A1013-F55D-47A5-AADB-2B2D6AB9311B}" destId="{F3D34E3B-E59E-4218-B212-CD4AE13FBC67}" srcOrd="1" destOrd="0" presId="urn:microsoft.com/office/officeart/2005/8/layout/bProcess4"/>
    <dgm:cxn modelId="{92054BC9-84C8-4880-92DE-756DC89B83F4}" type="presParOf" srcId="{768D714D-3B07-4F8D-BAD6-A2FA236A2F02}" destId="{21BAF4BB-5BA9-4EC2-B232-53C1C93D0FE9}" srcOrd="11" destOrd="0" presId="urn:microsoft.com/office/officeart/2005/8/layout/bProcess4"/>
    <dgm:cxn modelId="{4EEC92AE-7862-448F-AE99-0E298FB27A16}" type="presParOf" srcId="{768D714D-3B07-4F8D-BAD6-A2FA236A2F02}" destId="{97CB65B6-1F29-4459-BF4A-EFB08119B8D9}" srcOrd="12" destOrd="0" presId="urn:microsoft.com/office/officeart/2005/8/layout/bProcess4"/>
    <dgm:cxn modelId="{388C48A6-1A08-408E-A711-E2D414E6D170}" type="presParOf" srcId="{97CB65B6-1F29-4459-BF4A-EFB08119B8D9}" destId="{B61CA18D-BE7F-4A23-83C8-284342D3BCD6}" srcOrd="0" destOrd="0" presId="urn:microsoft.com/office/officeart/2005/8/layout/bProcess4"/>
    <dgm:cxn modelId="{35DC8314-4CCE-4B04-9756-ECCFE1EEBAFF}" type="presParOf" srcId="{97CB65B6-1F29-4459-BF4A-EFB08119B8D9}" destId="{8B4CCD9A-F256-4B5E-A89A-83D275B74776}" srcOrd="1" destOrd="0" presId="urn:microsoft.com/office/officeart/2005/8/layout/bProcess4"/>
    <dgm:cxn modelId="{AF5B7B54-1B33-44C6-8BA5-AD8479CC227D}" type="presParOf" srcId="{768D714D-3B07-4F8D-BAD6-A2FA236A2F02}" destId="{498A5D8C-9B41-4B12-90CE-F6DD580A4527}" srcOrd="13" destOrd="0" presId="urn:microsoft.com/office/officeart/2005/8/layout/bProcess4"/>
    <dgm:cxn modelId="{92F240E6-82ED-4CCD-AB8A-F11697803062}" type="presParOf" srcId="{768D714D-3B07-4F8D-BAD6-A2FA236A2F02}" destId="{A86D9F2D-F10D-4D7B-B0CA-F4F3DC2163B4}" srcOrd="14" destOrd="0" presId="urn:microsoft.com/office/officeart/2005/8/layout/bProcess4"/>
    <dgm:cxn modelId="{3ED29AC5-ACF2-4852-B790-64AA8E08B27A}" type="presParOf" srcId="{A86D9F2D-F10D-4D7B-B0CA-F4F3DC2163B4}" destId="{8DF3E39C-0807-499E-B206-CAF5742B54B0}" srcOrd="0" destOrd="0" presId="urn:microsoft.com/office/officeart/2005/8/layout/bProcess4"/>
    <dgm:cxn modelId="{CA2AF88D-5663-49A9-942A-0E79F2191F2E}" type="presParOf" srcId="{A86D9F2D-F10D-4D7B-B0CA-F4F3DC2163B4}" destId="{7022FE11-637B-4A2F-B76C-8D40F0F3D6F6}" srcOrd="1" destOrd="0" presId="urn:microsoft.com/office/officeart/2005/8/layout/bProcess4"/>
    <dgm:cxn modelId="{1B443FC6-29E6-43B2-B423-42B572B8C1BC}" type="presParOf" srcId="{768D714D-3B07-4F8D-BAD6-A2FA236A2F02}" destId="{1C0FFBD3-B7C3-4658-BEEC-E8E86EC472FB}" srcOrd="15" destOrd="0" presId="urn:microsoft.com/office/officeart/2005/8/layout/bProcess4"/>
    <dgm:cxn modelId="{81604E81-1F67-465A-B291-82815CC4248F}" type="presParOf" srcId="{768D714D-3B07-4F8D-BAD6-A2FA236A2F02}" destId="{61B131AF-4A7B-4573-A508-02250ACFF27F}" srcOrd="16" destOrd="0" presId="urn:microsoft.com/office/officeart/2005/8/layout/bProcess4"/>
    <dgm:cxn modelId="{05CC7B39-A021-4201-A7DA-A02529F14ADE}" type="presParOf" srcId="{61B131AF-4A7B-4573-A508-02250ACFF27F}" destId="{7870C89E-0D5D-4B3E-8DF5-117E5F6A7336}" srcOrd="0" destOrd="0" presId="urn:microsoft.com/office/officeart/2005/8/layout/bProcess4"/>
    <dgm:cxn modelId="{CE55E950-4257-4808-B6ED-641C278558E2}" type="presParOf" srcId="{61B131AF-4A7B-4573-A508-02250ACFF27F}" destId="{D8C8617F-DE18-495E-8C39-6DE4A7B822C9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0945AD-683D-4E4D-A933-B0F15CD0B56B}" type="doc">
      <dgm:prSet loTypeId="urn:microsoft.com/office/officeart/2005/8/layout/bProcess3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D8976734-0479-45A3-A07D-37D60B694D0B}">
      <dgm:prSet phldrT="[Text]" custT="1"/>
      <dgm:spPr>
        <a:solidFill>
          <a:schemeClr val="tx1"/>
        </a:solidFill>
      </dgm:spPr>
      <dgm:t>
        <a:bodyPr/>
        <a:lstStyle/>
        <a:p>
          <a:r>
            <a:rPr lang="en-IN" sz="1600" b="1" dirty="0">
              <a:latin typeface="Comic Sans MS" panose="030F0702030302020204" pitchFamily="66" charset="0"/>
            </a:rPr>
            <a:t>secret-detection </a:t>
          </a:r>
          <a:r>
            <a:rPr lang="en-IN" sz="1000" b="1" dirty="0">
              <a:latin typeface="Comic Sans MS" panose="030F0702030302020204" pitchFamily="66" charset="0"/>
            </a:rPr>
            <a:t>Detects if any secret key is pushed to </a:t>
          </a:r>
          <a:r>
            <a:rPr lang="en-IN" sz="1000" b="1" dirty="0" err="1">
              <a:latin typeface="Comic Sans MS" panose="030F0702030302020204" pitchFamily="66" charset="0"/>
            </a:rPr>
            <a:t>gitlab</a:t>
          </a:r>
          <a:endParaRPr lang="en-IN" sz="1000" b="1" dirty="0">
            <a:latin typeface="Comic Sans MS" panose="030F0702030302020204" pitchFamily="66" charset="0"/>
          </a:endParaRPr>
        </a:p>
      </dgm:t>
    </dgm:pt>
    <dgm:pt modelId="{23C802AB-7ABC-4C35-951C-2A70559443F2}" type="parTrans" cxnId="{0577A047-6B31-45D4-A872-CD20B4C74CC6}">
      <dgm:prSet/>
      <dgm:spPr/>
      <dgm:t>
        <a:bodyPr/>
        <a:lstStyle/>
        <a:p>
          <a:endParaRPr lang="en-IN"/>
        </a:p>
      </dgm:t>
    </dgm:pt>
    <dgm:pt modelId="{7529D93B-6A42-447D-B47B-1B2A2366DE15}" type="sibTrans" cxnId="{0577A047-6B31-45D4-A872-CD20B4C74CC6}">
      <dgm:prSet/>
      <dgm:spPr/>
      <dgm:t>
        <a:bodyPr/>
        <a:lstStyle/>
        <a:p>
          <a:endParaRPr lang="en-IN"/>
        </a:p>
      </dgm:t>
    </dgm:pt>
    <dgm:pt modelId="{8335A4E6-8AA4-4AD6-A513-50CB753B4151}">
      <dgm:prSet phldrT="[Text]" custT="1"/>
      <dgm:spPr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8016" tIns="128016" rIns="128016" bIns="128016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tf_init</a:t>
          </a:r>
          <a:endParaRPr lang="en-IN" sz="16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Initializes the terraform backend</a:t>
          </a:r>
        </a:p>
      </dgm:t>
    </dgm:pt>
    <dgm:pt modelId="{F1121990-E5E7-4B1E-8C6E-BD8201527E21}" type="parTrans" cxnId="{040B6622-6548-42DA-B5CD-CC66B7FE4D7E}">
      <dgm:prSet/>
      <dgm:spPr/>
      <dgm:t>
        <a:bodyPr/>
        <a:lstStyle/>
        <a:p>
          <a:endParaRPr lang="en-IN"/>
        </a:p>
      </dgm:t>
    </dgm:pt>
    <dgm:pt modelId="{9C198BE2-9DE4-4E68-8453-FB8F8477FEBA}" type="sibTrans" cxnId="{040B6622-6548-42DA-B5CD-CC66B7FE4D7E}">
      <dgm:prSet/>
      <dgm:spPr/>
      <dgm:t>
        <a:bodyPr/>
        <a:lstStyle/>
        <a:p>
          <a:endParaRPr lang="en-IN"/>
        </a:p>
      </dgm:t>
    </dgm:pt>
    <dgm:pt modelId="{7D470BF8-6FFE-47D1-8E78-3CCCEC3B6282}">
      <dgm:prSet phldrT="[Text]" custT="1"/>
      <dgm:spPr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8016" tIns="128016" rIns="128016" bIns="128016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tf_fmt</a:t>
          </a:r>
          <a:endParaRPr lang="en-IN" sz="16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Checks if the .tf files are formatted correctly</a:t>
          </a:r>
        </a:p>
      </dgm:t>
    </dgm:pt>
    <dgm:pt modelId="{69D37EEA-2E98-4340-8631-66CFA0D573E8}" type="parTrans" cxnId="{16BB5669-76C5-45E7-8BAB-62C3CE4A1864}">
      <dgm:prSet/>
      <dgm:spPr/>
      <dgm:t>
        <a:bodyPr/>
        <a:lstStyle/>
        <a:p>
          <a:endParaRPr lang="en-IN"/>
        </a:p>
      </dgm:t>
    </dgm:pt>
    <dgm:pt modelId="{889459B4-C624-4DD6-82FE-40F0021CBA0A}" type="sibTrans" cxnId="{16BB5669-76C5-45E7-8BAB-62C3CE4A1864}">
      <dgm:prSet/>
      <dgm:spPr/>
      <dgm:t>
        <a:bodyPr/>
        <a:lstStyle/>
        <a:p>
          <a:endParaRPr lang="en-IN"/>
        </a:p>
      </dgm:t>
    </dgm:pt>
    <dgm:pt modelId="{ADB7A1DD-E7F4-4425-9B05-0170871B993C}">
      <dgm:prSet phldrT="[Text]" custT="1"/>
      <dgm:spPr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8016" tIns="128016" rIns="128016" bIns="128016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tf_validate</a:t>
          </a:r>
          <a:endParaRPr lang="en-IN" sz="16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Checks if the .tf files are valid or not</a:t>
          </a:r>
        </a:p>
      </dgm:t>
    </dgm:pt>
    <dgm:pt modelId="{6E260865-21DE-46F1-97B3-3549F09F3376}" type="parTrans" cxnId="{0B8F50B9-38B8-414B-8091-9C2E889530C7}">
      <dgm:prSet/>
      <dgm:spPr/>
      <dgm:t>
        <a:bodyPr/>
        <a:lstStyle/>
        <a:p>
          <a:endParaRPr lang="en-IN"/>
        </a:p>
      </dgm:t>
    </dgm:pt>
    <dgm:pt modelId="{D8D8689D-A4C5-461E-8F84-5EBDF2EC276A}" type="sibTrans" cxnId="{0B8F50B9-38B8-414B-8091-9C2E889530C7}">
      <dgm:prSet/>
      <dgm:spPr/>
      <dgm:t>
        <a:bodyPr/>
        <a:lstStyle/>
        <a:p>
          <a:endParaRPr lang="en-IN"/>
        </a:p>
      </dgm:t>
    </dgm:pt>
    <dgm:pt modelId="{1685A033-2274-4385-B1EB-836FBB969E7C}">
      <dgm:prSet phldrT="[Text]" custT="1"/>
      <dgm:spPr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8016" tIns="128016" rIns="128016" bIns="128016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tf_plan</a:t>
          </a:r>
          <a:endParaRPr lang="en-IN" sz="16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Creates plan file as per the tf configuration</a:t>
          </a:r>
        </a:p>
      </dgm:t>
    </dgm:pt>
    <dgm:pt modelId="{56E7BD7D-C0A2-40C8-919D-FC45E07CDC68}" type="parTrans" cxnId="{47609B7F-9931-406E-9F86-F86551D7D535}">
      <dgm:prSet/>
      <dgm:spPr/>
      <dgm:t>
        <a:bodyPr/>
        <a:lstStyle/>
        <a:p>
          <a:endParaRPr lang="en-IN"/>
        </a:p>
      </dgm:t>
    </dgm:pt>
    <dgm:pt modelId="{796EE87E-FD6E-42AE-A102-4C80A371D620}" type="sibTrans" cxnId="{47609B7F-9931-406E-9F86-F86551D7D535}">
      <dgm:prSet/>
      <dgm:spPr/>
      <dgm:t>
        <a:bodyPr/>
        <a:lstStyle/>
        <a:p>
          <a:endParaRPr lang="en-IN"/>
        </a:p>
      </dgm:t>
    </dgm:pt>
    <dgm:pt modelId="{331BD1A1-8D82-4210-AA2F-0A9A229C0FA8}">
      <dgm:prSet phldrT="[Text]" custT="1"/>
      <dgm:spPr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8016" tIns="128016" rIns="128016" bIns="128016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tf_apply</a:t>
          </a:r>
          <a:endParaRPr lang="en-IN" sz="16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Applies the infra in </a:t>
          </a:r>
          <a:r>
            <a:rPr lang="en-IN" sz="10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aws</a:t>
          </a: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 as per the plan</a:t>
          </a:r>
        </a:p>
      </dgm:t>
    </dgm:pt>
    <dgm:pt modelId="{1CAB8E40-6DE5-44F4-B76C-05B3134DDA51}" type="parTrans" cxnId="{8BE4BCA9-40FE-458F-9D82-C5C52CCE874A}">
      <dgm:prSet/>
      <dgm:spPr/>
      <dgm:t>
        <a:bodyPr/>
        <a:lstStyle/>
        <a:p>
          <a:endParaRPr lang="en-IN"/>
        </a:p>
      </dgm:t>
    </dgm:pt>
    <dgm:pt modelId="{4D50CC57-AF41-4CA7-9791-86487C6CB1D7}" type="sibTrans" cxnId="{8BE4BCA9-40FE-458F-9D82-C5C52CCE874A}">
      <dgm:prSet/>
      <dgm:spPr/>
      <dgm:t>
        <a:bodyPr/>
        <a:lstStyle/>
        <a:p>
          <a:endParaRPr lang="en-IN"/>
        </a:p>
      </dgm:t>
    </dgm:pt>
    <dgm:pt modelId="{18C77821-E1D3-4A2D-A966-EB39590633DC}">
      <dgm:prSet phldrT="[Text]" custT="1"/>
      <dgm:spPr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8016" tIns="128016" rIns="128016" bIns="128016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test_inventory</a:t>
          </a:r>
          <a:endParaRPr lang="en-IN" sz="14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Checks if the ansible dynamic inventory is valid or not</a:t>
          </a:r>
        </a:p>
      </dgm:t>
    </dgm:pt>
    <dgm:pt modelId="{A808E021-19CD-4060-AA2B-00CEFFA746B1}" type="parTrans" cxnId="{A2C34325-E11A-42DC-931E-B7DFC9D5E0E5}">
      <dgm:prSet/>
      <dgm:spPr/>
      <dgm:t>
        <a:bodyPr/>
        <a:lstStyle/>
        <a:p>
          <a:endParaRPr lang="en-IN"/>
        </a:p>
      </dgm:t>
    </dgm:pt>
    <dgm:pt modelId="{FEBD70D9-C497-4987-8A90-E8F79C81A89D}" type="sibTrans" cxnId="{A2C34325-E11A-42DC-931E-B7DFC9D5E0E5}">
      <dgm:prSet/>
      <dgm:spPr/>
      <dgm:t>
        <a:bodyPr/>
        <a:lstStyle/>
        <a:p>
          <a:endParaRPr lang="en-IN"/>
        </a:p>
      </dgm:t>
    </dgm:pt>
    <dgm:pt modelId="{0EC490B9-4491-4E23-9BBF-B56859246580}">
      <dgm:prSet phldrT="[Text]" custT="1"/>
      <dgm:spPr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8016" tIns="128016" rIns="128016" bIns="128016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test_ansible_connection</a:t>
          </a:r>
          <a:endParaRPr lang="en-IN" sz="12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Checks if ansible does ssh connection successfully to servers</a:t>
          </a:r>
        </a:p>
      </dgm:t>
    </dgm:pt>
    <dgm:pt modelId="{2B5D4507-AA01-4BEE-B671-8938579BB19F}" type="parTrans" cxnId="{DDB09E80-B508-4EA5-8854-1A06E93174D4}">
      <dgm:prSet/>
      <dgm:spPr/>
      <dgm:t>
        <a:bodyPr/>
        <a:lstStyle/>
        <a:p>
          <a:endParaRPr lang="en-IN"/>
        </a:p>
      </dgm:t>
    </dgm:pt>
    <dgm:pt modelId="{0E3DC410-5686-49D6-B224-50BBFCB30211}" type="sibTrans" cxnId="{DDB09E80-B508-4EA5-8854-1A06E93174D4}">
      <dgm:prSet/>
      <dgm:spPr/>
      <dgm:t>
        <a:bodyPr/>
        <a:lstStyle/>
        <a:p>
          <a:endParaRPr lang="en-IN"/>
        </a:p>
      </dgm:t>
    </dgm:pt>
    <dgm:pt modelId="{393D5BF2-EBAE-4B10-BF81-2FCD95E39968}">
      <dgm:prSet phldrT="[Text]" custT="1"/>
      <dgm:spPr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8016" tIns="128016" rIns="128016" bIns="128016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configure_servers</a:t>
          </a:r>
          <a:endParaRPr lang="en-IN" sz="12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Installing pre-requisites on all servers</a:t>
          </a:r>
        </a:p>
      </dgm:t>
    </dgm:pt>
    <dgm:pt modelId="{09557432-4190-4FDE-969F-BE2272FB3472}" type="parTrans" cxnId="{281ADB89-C392-448F-B9FA-6043D11D9C0D}">
      <dgm:prSet/>
      <dgm:spPr/>
      <dgm:t>
        <a:bodyPr/>
        <a:lstStyle/>
        <a:p>
          <a:endParaRPr lang="en-IN"/>
        </a:p>
      </dgm:t>
    </dgm:pt>
    <dgm:pt modelId="{E1DAB44F-3D1F-4F24-854D-130C3391E45F}" type="sibTrans" cxnId="{281ADB89-C392-448F-B9FA-6043D11D9C0D}">
      <dgm:prSet/>
      <dgm:spPr/>
      <dgm:t>
        <a:bodyPr/>
        <a:lstStyle/>
        <a:p>
          <a:endParaRPr lang="en-IN"/>
        </a:p>
      </dgm:t>
    </dgm:pt>
    <dgm:pt modelId="{E636EF1F-00F2-4A85-953D-59F1FF6B675F}">
      <dgm:prSet phldrT="[Text]" custT="1"/>
      <dgm:spPr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8016" tIns="128016" rIns="128016" bIns="128016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set_target_servers</a:t>
          </a:r>
          <a:endParaRPr lang="en-IN" sz="105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Installs exporters in target servers</a:t>
          </a:r>
        </a:p>
      </dgm:t>
    </dgm:pt>
    <dgm:pt modelId="{1FCC9B8D-E590-4B05-9C25-EBDB1417047E}" type="parTrans" cxnId="{D5125649-8D7D-47BD-85B3-D59C70A00BAA}">
      <dgm:prSet/>
      <dgm:spPr/>
      <dgm:t>
        <a:bodyPr/>
        <a:lstStyle/>
        <a:p>
          <a:endParaRPr lang="en-IN"/>
        </a:p>
      </dgm:t>
    </dgm:pt>
    <dgm:pt modelId="{890A23BC-9673-4CF6-9462-E21787709528}" type="sibTrans" cxnId="{D5125649-8D7D-47BD-85B3-D59C70A00BAA}">
      <dgm:prSet/>
      <dgm:spPr/>
      <dgm:t>
        <a:bodyPr/>
        <a:lstStyle/>
        <a:p>
          <a:endParaRPr lang="en-IN"/>
        </a:p>
      </dgm:t>
    </dgm:pt>
    <dgm:pt modelId="{005C20FD-6456-4C59-B66F-923CE50113A2}">
      <dgm:prSet phldrT="[Text]" custT="1"/>
      <dgm:spPr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8016" tIns="128016" rIns="128016" bIns="128016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set_monitoring_server</a:t>
          </a:r>
          <a:endParaRPr lang="en-IN" sz="14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Installs tools to monitor target servers</a:t>
          </a:r>
        </a:p>
      </dgm:t>
    </dgm:pt>
    <dgm:pt modelId="{96233E5D-7BBD-402F-9878-8F1675F83592}" type="parTrans" cxnId="{25E96C87-8406-4D14-9DC2-574E54333AEF}">
      <dgm:prSet/>
      <dgm:spPr/>
      <dgm:t>
        <a:bodyPr/>
        <a:lstStyle/>
        <a:p>
          <a:endParaRPr lang="en-IN"/>
        </a:p>
      </dgm:t>
    </dgm:pt>
    <dgm:pt modelId="{2CD9AC35-F71D-47C7-B0A0-7E948687973C}" type="sibTrans" cxnId="{25E96C87-8406-4D14-9DC2-574E54333AEF}">
      <dgm:prSet/>
      <dgm:spPr/>
      <dgm:t>
        <a:bodyPr/>
        <a:lstStyle/>
        <a:p>
          <a:endParaRPr lang="en-IN"/>
        </a:p>
      </dgm:t>
    </dgm:pt>
    <dgm:pt modelId="{7E2B70D1-4CB4-49FA-B676-5646C0B88CD2}">
      <dgm:prSet phldrT="[Text]" custT="1"/>
      <dgm:spPr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8016" tIns="128016" rIns="128016" bIns="128016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tf_auto_destroy</a:t>
          </a: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 Runs only if the pipeline fails (skipped if all previous jobs succeed)</a:t>
          </a:r>
          <a:endParaRPr lang="en-IN" sz="16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</dgm:t>
    </dgm:pt>
    <dgm:pt modelId="{4A414392-37E9-42F6-9F2E-262EA221E267}" type="parTrans" cxnId="{83B259EA-A300-4679-8F42-3F45799E552B}">
      <dgm:prSet/>
      <dgm:spPr/>
      <dgm:t>
        <a:bodyPr/>
        <a:lstStyle/>
        <a:p>
          <a:endParaRPr lang="en-IN"/>
        </a:p>
      </dgm:t>
    </dgm:pt>
    <dgm:pt modelId="{AF4FC70B-402A-4F6B-A0A6-4566DF6180FA}" type="sibTrans" cxnId="{83B259EA-A300-4679-8F42-3F45799E552B}">
      <dgm:prSet/>
      <dgm:spPr/>
      <dgm:t>
        <a:bodyPr/>
        <a:lstStyle/>
        <a:p>
          <a:endParaRPr lang="en-IN"/>
        </a:p>
      </dgm:t>
    </dgm:pt>
    <dgm:pt modelId="{F1E51E89-C01E-46A5-AFAD-9C4221065BE1}">
      <dgm:prSet phldrT="[Text]" custT="1"/>
      <dgm:spPr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8016" tIns="128016" rIns="128016" bIns="128016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tf_destroy</a:t>
          </a:r>
          <a:endParaRPr lang="en-IN" sz="16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Destroy monitoring server infra manually</a:t>
          </a:r>
        </a:p>
      </dgm:t>
    </dgm:pt>
    <dgm:pt modelId="{333262E2-5FE1-4064-8F17-E6B3838654D4}" type="parTrans" cxnId="{21E4B7B3-59B9-4019-BE1E-C79DD4FBD382}">
      <dgm:prSet/>
      <dgm:spPr/>
      <dgm:t>
        <a:bodyPr/>
        <a:lstStyle/>
        <a:p>
          <a:endParaRPr lang="en-IN"/>
        </a:p>
      </dgm:t>
    </dgm:pt>
    <dgm:pt modelId="{631938A6-E43B-4F3A-A71D-C0CBDE6E233A}" type="sibTrans" cxnId="{21E4B7B3-59B9-4019-BE1E-C79DD4FBD382}">
      <dgm:prSet/>
      <dgm:spPr/>
      <dgm:t>
        <a:bodyPr/>
        <a:lstStyle/>
        <a:p>
          <a:endParaRPr lang="en-IN"/>
        </a:p>
      </dgm:t>
    </dgm:pt>
    <dgm:pt modelId="{3E340C65-F2D6-4CCC-B0BF-79790FCBBD83}" type="pres">
      <dgm:prSet presAssocID="{4B0945AD-683D-4E4D-A933-B0F15CD0B56B}" presName="Name0" presStyleCnt="0">
        <dgm:presLayoutVars>
          <dgm:dir/>
          <dgm:resizeHandles val="exact"/>
        </dgm:presLayoutVars>
      </dgm:prSet>
      <dgm:spPr/>
    </dgm:pt>
    <dgm:pt modelId="{7C6F966E-046B-477C-88FB-43952D8066FC}" type="pres">
      <dgm:prSet presAssocID="{D8976734-0479-45A3-A07D-37D60B694D0B}" presName="node" presStyleLbl="node1" presStyleIdx="0" presStyleCnt="13">
        <dgm:presLayoutVars>
          <dgm:bulletEnabled val="1"/>
        </dgm:presLayoutVars>
      </dgm:prSet>
      <dgm:spPr/>
    </dgm:pt>
    <dgm:pt modelId="{AE01F9CA-8685-4420-97F7-4E4F859376AC}" type="pres">
      <dgm:prSet presAssocID="{7529D93B-6A42-447D-B47B-1B2A2366DE15}" presName="sibTrans" presStyleLbl="sibTrans1D1" presStyleIdx="0" presStyleCnt="12"/>
      <dgm:spPr/>
    </dgm:pt>
    <dgm:pt modelId="{AD437391-92B6-4A1A-B556-78E2E12A162C}" type="pres">
      <dgm:prSet presAssocID="{7529D93B-6A42-447D-B47B-1B2A2366DE15}" presName="connectorText" presStyleLbl="sibTrans1D1" presStyleIdx="0" presStyleCnt="12"/>
      <dgm:spPr/>
    </dgm:pt>
    <dgm:pt modelId="{6374C6A5-E1C7-4061-B842-EAE9D8228DD4}" type="pres">
      <dgm:prSet presAssocID="{8335A4E6-8AA4-4AD6-A513-50CB753B4151}" presName="node" presStyleLbl="node1" presStyleIdx="1" presStyleCnt="13">
        <dgm:presLayoutVars>
          <dgm:bulletEnabled val="1"/>
        </dgm:presLayoutVars>
      </dgm:prSet>
      <dgm:spPr>
        <a:xfrm>
          <a:off x="2430870" y="206506"/>
          <a:ext cx="1970197" cy="1182118"/>
        </a:xfrm>
        <a:prstGeom prst="rect">
          <a:avLst/>
        </a:prstGeom>
      </dgm:spPr>
    </dgm:pt>
    <dgm:pt modelId="{6871A37D-F3FC-43CA-8DBA-743A9F1041B8}" type="pres">
      <dgm:prSet presAssocID="{9C198BE2-9DE4-4E68-8453-FB8F8477FEBA}" presName="sibTrans" presStyleLbl="sibTrans1D1" presStyleIdx="1" presStyleCnt="12"/>
      <dgm:spPr/>
    </dgm:pt>
    <dgm:pt modelId="{56039337-15A1-41C7-8BD3-6C67445449A4}" type="pres">
      <dgm:prSet presAssocID="{9C198BE2-9DE4-4E68-8453-FB8F8477FEBA}" presName="connectorText" presStyleLbl="sibTrans1D1" presStyleIdx="1" presStyleCnt="12"/>
      <dgm:spPr/>
    </dgm:pt>
    <dgm:pt modelId="{42DF717C-0AB6-4F37-9476-A62D8317722A}" type="pres">
      <dgm:prSet presAssocID="{7D470BF8-6FFE-47D1-8E78-3CCCEC3B6282}" presName="node" presStyleLbl="node1" presStyleIdx="2" presStyleCnt="13">
        <dgm:presLayoutVars>
          <dgm:bulletEnabled val="1"/>
        </dgm:presLayoutVars>
      </dgm:prSet>
      <dgm:spPr>
        <a:xfrm>
          <a:off x="4854214" y="206506"/>
          <a:ext cx="1970197" cy="1182118"/>
        </a:xfrm>
        <a:prstGeom prst="rect">
          <a:avLst/>
        </a:prstGeom>
      </dgm:spPr>
    </dgm:pt>
    <dgm:pt modelId="{15834B4F-DE82-499A-8B61-83E861A1B41C}" type="pres">
      <dgm:prSet presAssocID="{889459B4-C624-4DD6-82FE-40F0021CBA0A}" presName="sibTrans" presStyleLbl="sibTrans1D1" presStyleIdx="2" presStyleCnt="12"/>
      <dgm:spPr/>
    </dgm:pt>
    <dgm:pt modelId="{F950F128-8931-4BDE-815C-EA5D1B8BE9D1}" type="pres">
      <dgm:prSet presAssocID="{889459B4-C624-4DD6-82FE-40F0021CBA0A}" presName="connectorText" presStyleLbl="sibTrans1D1" presStyleIdx="2" presStyleCnt="12"/>
      <dgm:spPr/>
    </dgm:pt>
    <dgm:pt modelId="{2B53B6B5-703A-41FA-989F-738BD7EF6988}" type="pres">
      <dgm:prSet presAssocID="{ADB7A1DD-E7F4-4425-9B05-0170871B993C}" presName="node" presStyleLbl="node1" presStyleIdx="3" presStyleCnt="13">
        <dgm:presLayoutVars>
          <dgm:bulletEnabled val="1"/>
        </dgm:presLayoutVars>
      </dgm:prSet>
      <dgm:spPr>
        <a:xfrm>
          <a:off x="7277557" y="206506"/>
          <a:ext cx="1970197" cy="1182118"/>
        </a:xfrm>
        <a:prstGeom prst="rect">
          <a:avLst/>
        </a:prstGeom>
      </dgm:spPr>
    </dgm:pt>
    <dgm:pt modelId="{4B57287B-5A16-4382-8F40-BADC711253BD}" type="pres">
      <dgm:prSet presAssocID="{D8D8689D-A4C5-461E-8F84-5EBDF2EC276A}" presName="sibTrans" presStyleLbl="sibTrans1D1" presStyleIdx="3" presStyleCnt="12"/>
      <dgm:spPr/>
    </dgm:pt>
    <dgm:pt modelId="{58DCD97C-D598-4961-82D7-BD9A177FE9B7}" type="pres">
      <dgm:prSet presAssocID="{D8D8689D-A4C5-461E-8F84-5EBDF2EC276A}" presName="connectorText" presStyleLbl="sibTrans1D1" presStyleIdx="3" presStyleCnt="12"/>
      <dgm:spPr/>
    </dgm:pt>
    <dgm:pt modelId="{579A9896-63AE-493D-B2CC-EEAD9593D9EC}" type="pres">
      <dgm:prSet presAssocID="{1685A033-2274-4385-B1EB-836FBB969E7C}" presName="node" presStyleLbl="node1" presStyleIdx="4" presStyleCnt="13">
        <dgm:presLayoutVars>
          <dgm:bulletEnabled val="1"/>
        </dgm:presLayoutVars>
      </dgm:prSet>
      <dgm:spPr>
        <a:xfrm>
          <a:off x="9700900" y="206506"/>
          <a:ext cx="1970197" cy="1182118"/>
        </a:xfrm>
        <a:prstGeom prst="rect">
          <a:avLst/>
        </a:prstGeom>
      </dgm:spPr>
    </dgm:pt>
    <dgm:pt modelId="{C8DB3F82-AE07-4EB3-868A-4F0F19135512}" type="pres">
      <dgm:prSet presAssocID="{796EE87E-FD6E-42AE-A102-4C80A371D620}" presName="sibTrans" presStyleLbl="sibTrans1D1" presStyleIdx="4" presStyleCnt="12"/>
      <dgm:spPr/>
    </dgm:pt>
    <dgm:pt modelId="{00E8C0B3-C86A-40D0-9993-A89A3E1BD51F}" type="pres">
      <dgm:prSet presAssocID="{796EE87E-FD6E-42AE-A102-4C80A371D620}" presName="connectorText" presStyleLbl="sibTrans1D1" presStyleIdx="4" presStyleCnt="12"/>
      <dgm:spPr/>
    </dgm:pt>
    <dgm:pt modelId="{F9AAAE7A-9256-4929-B9E5-9D9DA57C06CA}" type="pres">
      <dgm:prSet presAssocID="{331BD1A1-8D82-4210-AA2F-0A9A229C0FA8}" presName="node" presStyleLbl="node1" presStyleIdx="5" presStyleCnt="13">
        <dgm:presLayoutVars>
          <dgm:bulletEnabled val="1"/>
        </dgm:presLayoutVars>
      </dgm:prSet>
      <dgm:spPr>
        <a:xfrm>
          <a:off x="7527" y="1841770"/>
          <a:ext cx="1970197" cy="1182118"/>
        </a:xfrm>
        <a:prstGeom prst="rect">
          <a:avLst/>
        </a:prstGeom>
      </dgm:spPr>
    </dgm:pt>
    <dgm:pt modelId="{89B88E59-71AD-4C53-A4A9-EBA98A29C4E5}" type="pres">
      <dgm:prSet presAssocID="{4D50CC57-AF41-4CA7-9791-86487C6CB1D7}" presName="sibTrans" presStyleLbl="sibTrans1D1" presStyleIdx="5" presStyleCnt="12"/>
      <dgm:spPr/>
    </dgm:pt>
    <dgm:pt modelId="{49B2E560-7471-4435-8DF1-82504713530F}" type="pres">
      <dgm:prSet presAssocID="{4D50CC57-AF41-4CA7-9791-86487C6CB1D7}" presName="connectorText" presStyleLbl="sibTrans1D1" presStyleIdx="5" presStyleCnt="12"/>
      <dgm:spPr/>
    </dgm:pt>
    <dgm:pt modelId="{3C74B0A5-3D63-4139-8AD4-77E2799268B8}" type="pres">
      <dgm:prSet presAssocID="{18C77821-E1D3-4A2D-A966-EB39590633DC}" presName="node" presStyleLbl="node1" presStyleIdx="6" presStyleCnt="13">
        <dgm:presLayoutVars>
          <dgm:bulletEnabled val="1"/>
        </dgm:presLayoutVars>
      </dgm:prSet>
      <dgm:spPr>
        <a:xfrm>
          <a:off x="2430870" y="1841770"/>
          <a:ext cx="1970197" cy="1182118"/>
        </a:xfrm>
        <a:prstGeom prst="rect">
          <a:avLst/>
        </a:prstGeom>
      </dgm:spPr>
    </dgm:pt>
    <dgm:pt modelId="{97DB09D2-759A-4A67-8A01-DD24B74E6284}" type="pres">
      <dgm:prSet presAssocID="{FEBD70D9-C497-4987-8A90-E8F79C81A89D}" presName="sibTrans" presStyleLbl="sibTrans1D1" presStyleIdx="6" presStyleCnt="12"/>
      <dgm:spPr/>
    </dgm:pt>
    <dgm:pt modelId="{F61B694B-D15C-4CC5-9EC1-787F43B7BD27}" type="pres">
      <dgm:prSet presAssocID="{FEBD70D9-C497-4987-8A90-E8F79C81A89D}" presName="connectorText" presStyleLbl="sibTrans1D1" presStyleIdx="6" presStyleCnt="12"/>
      <dgm:spPr/>
    </dgm:pt>
    <dgm:pt modelId="{3100D0D6-E25F-4D3D-A106-AE05BBF4D5C5}" type="pres">
      <dgm:prSet presAssocID="{0EC490B9-4491-4E23-9BBF-B56859246580}" presName="node" presStyleLbl="node1" presStyleIdx="7" presStyleCnt="13">
        <dgm:presLayoutVars>
          <dgm:bulletEnabled val="1"/>
        </dgm:presLayoutVars>
      </dgm:prSet>
      <dgm:spPr>
        <a:xfrm>
          <a:off x="4854214" y="1841770"/>
          <a:ext cx="1970197" cy="1182118"/>
        </a:xfrm>
        <a:prstGeom prst="rect">
          <a:avLst/>
        </a:prstGeom>
      </dgm:spPr>
    </dgm:pt>
    <dgm:pt modelId="{55C06686-CC39-4911-A390-22D2DCDC5982}" type="pres">
      <dgm:prSet presAssocID="{0E3DC410-5686-49D6-B224-50BBFCB30211}" presName="sibTrans" presStyleLbl="sibTrans1D1" presStyleIdx="7" presStyleCnt="12"/>
      <dgm:spPr/>
    </dgm:pt>
    <dgm:pt modelId="{2C00DDED-5EFC-4375-A0E9-20D6E669D4D5}" type="pres">
      <dgm:prSet presAssocID="{0E3DC410-5686-49D6-B224-50BBFCB30211}" presName="connectorText" presStyleLbl="sibTrans1D1" presStyleIdx="7" presStyleCnt="12"/>
      <dgm:spPr/>
    </dgm:pt>
    <dgm:pt modelId="{C2E998AB-FBEE-47C6-B501-E2F702E5C4C9}" type="pres">
      <dgm:prSet presAssocID="{393D5BF2-EBAE-4B10-BF81-2FCD95E39968}" presName="node" presStyleLbl="node1" presStyleIdx="8" presStyleCnt="13">
        <dgm:presLayoutVars>
          <dgm:bulletEnabled val="1"/>
        </dgm:presLayoutVars>
      </dgm:prSet>
      <dgm:spPr>
        <a:xfrm>
          <a:off x="7276152" y="1842347"/>
          <a:ext cx="1968273" cy="1180964"/>
        </a:xfrm>
        <a:prstGeom prst="rect">
          <a:avLst/>
        </a:prstGeom>
      </dgm:spPr>
    </dgm:pt>
    <dgm:pt modelId="{BFE884C7-2FF1-4E0E-A59E-FFC56C706CEB}" type="pres">
      <dgm:prSet presAssocID="{E1DAB44F-3D1F-4F24-854D-130C3391E45F}" presName="sibTrans" presStyleLbl="sibTrans1D1" presStyleIdx="8" presStyleCnt="12"/>
      <dgm:spPr/>
    </dgm:pt>
    <dgm:pt modelId="{F34DEE83-8F87-4AAD-A220-F7BE22A9415E}" type="pres">
      <dgm:prSet presAssocID="{E1DAB44F-3D1F-4F24-854D-130C3391E45F}" presName="connectorText" presStyleLbl="sibTrans1D1" presStyleIdx="8" presStyleCnt="12"/>
      <dgm:spPr/>
    </dgm:pt>
    <dgm:pt modelId="{B9411F42-F3E1-4F5F-9469-DE76D5295DC2}" type="pres">
      <dgm:prSet presAssocID="{E636EF1F-00F2-4A85-953D-59F1FF6B675F}" presName="node" presStyleLbl="node1" presStyleIdx="9" presStyleCnt="13">
        <dgm:presLayoutVars>
          <dgm:bulletEnabled val="1"/>
        </dgm:presLayoutVars>
      </dgm:prSet>
      <dgm:spPr>
        <a:xfrm>
          <a:off x="9697129" y="1842347"/>
          <a:ext cx="1968273" cy="1180964"/>
        </a:xfrm>
        <a:prstGeom prst="rect">
          <a:avLst/>
        </a:prstGeom>
      </dgm:spPr>
    </dgm:pt>
    <dgm:pt modelId="{3A77060E-9976-45BC-BDAE-2AD25AB0281A}" type="pres">
      <dgm:prSet presAssocID="{890A23BC-9673-4CF6-9462-E21787709528}" presName="sibTrans" presStyleLbl="sibTrans1D1" presStyleIdx="9" presStyleCnt="12"/>
      <dgm:spPr/>
    </dgm:pt>
    <dgm:pt modelId="{0D906923-42BE-467A-A213-E407C920669F}" type="pres">
      <dgm:prSet presAssocID="{890A23BC-9673-4CF6-9462-E21787709528}" presName="connectorText" presStyleLbl="sibTrans1D1" presStyleIdx="9" presStyleCnt="12"/>
      <dgm:spPr/>
    </dgm:pt>
    <dgm:pt modelId="{987BAE48-A7D0-43A8-BF4F-67731136DD3B}" type="pres">
      <dgm:prSet presAssocID="{005C20FD-6456-4C59-B66F-923CE50113A2}" presName="node" presStyleLbl="node1" presStyleIdx="10" presStyleCnt="13">
        <dgm:presLayoutVars>
          <dgm:bulletEnabled val="1"/>
        </dgm:presLayoutVars>
      </dgm:prSet>
      <dgm:spPr>
        <a:xfrm>
          <a:off x="13222" y="3476015"/>
          <a:ext cx="1968273" cy="1180964"/>
        </a:xfrm>
        <a:prstGeom prst="rect">
          <a:avLst/>
        </a:prstGeom>
      </dgm:spPr>
    </dgm:pt>
    <dgm:pt modelId="{00006FF0-3DDE-4592-A666-88520888BD78}" type="pres">
      <dgm:prSet presAssocID="{2CD9AC35-F71D-47C7-B0A0-7E948687973C}" presName="sibTrans" presStyleLbl="sibTrans1D1" presStyleIdx="10" presStyleCnt="12"/>
      <dgm:spPr/>
    </dgm:pt>
    <dgm:pt modelId="{1C2B5DA9-9E64-49C2-BDDE-4F0D95EE396C}" type="pres">
      <dgm:prSet presAssocID="{2CD9AC35-F71D-47C7-B0A0-7E948687973C}" presName="connectorText" presStyleLbl="sibTrans1D1" presStyleIdx="10" presStyleCnt="12"/>
      <dgm:spPr/>
    </dgm:pt>
    <dgm:pt modelId="{094480F0-FC10-4337-8926-934C263AD806}" type="pres">
      <dgm:prSet presAssocID="{7E2B70D1-4CB4-49FA-B676-5646C0B88CD2}" presName="node" presStyleLbl="node1" presStyleIdx="11" presStyleCnt="13">
        <dgm:presLayoutVars>
          <dgm:bulletEnabled val="1"/>
        </dgm:presLayoutVars>
      </dgm:prSet>
      <dgm:spPr>
        <a:xfrm>
          <a:off x="2434199" y="3476015"/>
          <a:ext cx="1968273" cy="1180964"/>
        </a:xfrm>
        <a:prstGeom prst="rect">
          <a:avLst/>
        </a:prstGeom>
      </dgm:spPr>
    </dgm:pt>
    <dgm:pt modelId="{29818334-A383-4861-99C4-2699A5DDF232}" type="pres">
      <dgm:prSet presAssocID="{AF4FC70B-402A-4F6B-A0A6-4566DF6180FA}" presName="sibTrans" presStyleLbl="sibTrans1D1" presStyleIdx="11" presStyleCnt="12"/>
      <dgm:spPr/>
    </dgm:pt>
    <dgm:pt modelId="{882F4E8F-A685-4582-893B-0D727BBBA12E}" type="pres">
      <dgm:prSet presAssocID="{AF4FC70B-402A-4F6B-A0A6-4566DF6180FA}" presName="connectorText" presStyleLbl="sibTrans1D1" presStyleIdx="11" presStyleCnt="12"/>
      <dgm:spPr/>
    </dgm:pt>
    <dgm:pt modelId="{F854FD64-F5EC-49F9-AE18-D0E7E8529C35}" type="pres">
      <dgm:prSet presAssocID="{F1E51E89-C01E-46A5-AFAD-9C4221065BE1}" presName="node" presStyleLbl="node1" presStyleIdx="12" presStyleCnt="13">
        <dgm:presLayoutVars>
          <dgm:bulletEnabled val="1"/>
        </dgm:presLayoutVars>
      </dgm:prSet>
      <dgm:spPr>
        <a:xfrm>
          <a:off x="4855176" y="3476015"/>
          <a:ext cx="1968273" cy="1180964"/>
        </a:xfrm>
        <a:prstGeom prst="rect">
          <a:avLst/>
        </a:prstGeom>
      </dgm:spPr>
    </dgm:pt>
  </dgm:ptLst>
  <dgm:cxnLst>
    <dgm:cxn modelId="{BF90C001-BD06-4E7D-8C19-7D1D3E799739}" type="presOf" srcId="{FEBD70D9-C497-4987-8A90-E8F79C81A89D}" destId="{F61B694B-D15C-4CC5-9EC1-787F43B7BD27}" srcOrd="1" destOrd="0" presId="urn:microsoft.com/office/officeart/2005/8/layout/bProcess3"/>
    <dgm:cxn modelId="{C200F407-439C-46FF-ACAD-89E8F1EA76A9}" type="presOf" srcId="{E1DAB44F-3D1F-4F24-854D-130C3391E45F}" destId="{F34DEE83-8F87-4AAD-A220-F7BE22A9415E}" srcOrd="1" destOrd="0" presId="urn:microsoft.com/office/officeart/2005/8/layout/bProcess3"/>
    <dgm:cxn modelId="{9DAAAD1A-ACBB-480F-92B0-0C8FA51FAA11}" type="presOf" srcId="{4D50CC57-AF41-4CA7-9791-86487C6CB1D7}" destId="{49B2E560-7471-4435-8DF1-82504713530F}" srcOrd="1" destOrd="0" presId="urn:microsoft.com/office/officeart/2005/8/layout/bProcess3"/>
    <dgm:cxn modelId="{6C83A420-1184-47B7-9FBB-ABFCCF899388}" type="presOf" srcId="{7E2B70D1-4CB4-49FA-B676-5646C0B88CD2}" destId="{094480F0-FC10-4337-8926-934C263AD806}" srcOrd="0" destOrd="0" presId="urn:microsoft.com/office/officeart/2005/8/layout/bProcess3"/>
    <dgm:cxn modelId="{040B6622-6548-42DA-B5CD-CC66B7FE4D7E}" srcId="{4B0945AD-683D-4E4D-A933-B0F15CD0B56B}" destId="{8335A4E6-8AA4-4AD6-A513-50CB753B4151}" srcOrd="1" destOrd="0" parTransId="{F1121990-E5E7-4B1E-8C6E-BD8201527E21}" sibTransId="{9C198BE2-9DE4-4E68-8453-FB8F8477FEBA}"/>
    <dgm:cxn modelId="{5CABE023-E754-447D-84EA-14C8FC9AF8DC}" type="presOf" srcId="{AF4FC70B-402A-4F6B-A0A6-4566DF6180FA}" destId="{882F4E8F-A685-4582-893B-0D727BBBA12E}" srcOrd="1" destOrd="0" presId="urn:microsoft.com/office/officeart/2005/8/layout/bProcess3"/>
    <dgm:cxn modelId="{A2C34325-E11A-42DC-931E-B7DFC9D5E0E5}" srcId="{4B0945AD-683D-4E4D-A933-B0F15CD0B56B}" destId="{18C77821-E1D3-4A2D-A966-EB39590633DC}" srcOrd="6" destOrd="0" parTransId="{A808E021-19CD-4060-AA2B-00CEFFA746B1}" sibTransId="{FEBD70D9-C497-4987-8A90-E8F79C81A89D}"/>
    <dgm:cxn modelId="{0E8B3C2A-671D-4C4B-9560-2181BA576AE0}" type="presOf" srcId="{393D5BF2-EBAE-4B10-BF81-2FCD95E39968}" destId="{C2E998AB-FBEE-47C6-B501-E2F702E5C4C9}" srcOrd="0" destOrd="0" presId="urn:microsoft.com/office/officeart/2005/8/layout/bProcess3"/>
    <dgm:cxn modelId="{AE81E82E-440B-4B14-9BE5-FA730220B3C5}" type="presOf" srcId="{7529D93B-6A42-447D-B47B-1B2A2366DE15}" destId="{AD437391-92B6-4A1A-B556-78E2E12A162C}" srcOrd="1" destOrd="0" presId="urn:microsoft.com/office/officeart/2005/8/layout/bProcess3"/>
    <dgm:cxn modelId="{432A832F-AE6F-4894-A1E1-B53AAEF13EAA}" type="presOf" srcId="{331BD1A1-8D82-4210-AA2F-0A9A229C0FA8}" destId="{F9AAAE7A-9256-4929-B9E5-9D9DA57C06CA}" srcOrd="0" destOrd="0" presId="urn:microsoft.com/office/officeart/2005/8/layout/bProcess3"/>
    <dgm:cxn modelId="{0577A047-6B31-45D4-A872-CD20B4C74CC6}" srcId="{4B0945AD-683D-4E4D-A933-B0F15CD0B56B}" destId="{D8976734-0479-45A3-A07D-37D60B694D0B}" srcOrd="0" destOrd="0" parTransId="{23C802AB-7ABC-4C35-951C-2A70559443F2}" sibTransId="{7529D93B-6A42-447D-B47B-1B2A2366DE15}"/>
    <dgm:cxn modelId="{D5125649-8D7D-47BD-85B3-D59C70A00BAA}" srcId="{4B0945AD-683D-4E4D-A933-B0F15CD0B56B}" destId="{E636EF1F-00F2-4A85-953D-59F1FF6B675F}" srcOrd="9" destOrd="0" parTransId="{1FCC9B8D-E590-4B05-9C25-EBDB1417047E}" sibTransId="{890A23BC-9673-4CF6-9462-E21787709528}"/>
    <dgm:cxn modelId="{16BB5669-76C5-45E7-8BAB-62C3CE4A1864}" srcId="{4B0945AD-683D-4E4D-A933-B0F15CD0B56B}" destId="{7D470BF8-6FFE-47D1-8E78-3CCCEC3B6282}" srcOrd="2" destOrd="0" parTransId="{69D37EEA-2E98-4340-8631-66CFA0D573E8}" sibTransId="{889459B4-C624-4DD6-82FE-40F0021CBA0A}"/>
    <dgm:cxn modelId="{2E2C036A-7EE4-4B79-865D-32C221FE0450}" type="presOf" srcId="{890A23BC-9673-4CF6-9462-E21787709528}" destId="{0D906923-42BE-467A-A213-E407C920669F}" srcOrd="1" destOrd="0" presId="urn:microsoft.com/office/officeart/2005/8/layout/bProcess3"/>
    <dgm:cxn modelId="{081A434A-83CB-41BB-8598-A19F3F48F6FA}" type="presOf" srcId="{9C198BE2-9DE4-4E68-8453-FB8F8477FEBA}" destId="{6871A37D-F3FC-43CA-8DBA-743A9F1041B8}" srcOrd="0" destOrd="0" presId="urn:microsoft.com/office/officeart/2005/8/layout/bProcess3"/>
    <dgm:cxn modelId="{53DB086D-BB8A-4EF7-9816-EAB25EF70617}" type="presOf" srcId="{1685A033-2274-4385-B1EB-836FBB969E7C}" destId="{579A9896-63AE-493D-B2CC-EEAD9593D9EC}" srcOrd="0" destOrd="0" presId="urn:microsoft.com/office/officeart/2005/8/layout/bProcess3"/>
    <dgm:cxn modelId="{39E1964E-C847-4C58-83A2-BB9D2795880A}" type="presOf" srcId="{4B0945AD-683D-4E4D-A933-B0F15CD0B56B}" destId="{3E340C65-F2D6-4CCC-B0BF-79790FCBBD83}" srcOrd="0" destOrd="0" presId="urn:microsoft.com/office/officeart/2005/8/layout/bProcess3"/>
    <dgm:cxn modelId="{CD615850-8346-4041-856B-4273DAA84B32}" type="presOf" srcId="{890A23BC-9673-4CF6-9462-E21787709528}" destId="{3A77060E-9976-45BC-BDAE-2AD25AB0281A}" srcOrd="0" destOrd="0" presId="urn:microsoft.com/office/officeart/2005/8/layout/bProcess3"/>
    <dgm:cxn modelId="{C033EA70-84BA-49CE-8506-3929D5DC1024}" type="presOf" srcId="{D8976734-0479-45A3-A07D-37D60B694D0B}" destId="{7C6F966E-046B-477C-88FB-43952D8066FC}" srcOrd="0" destOrd="0" presId="urn:microsoft.com/office/officeart/2005/8/layout/bProcess3"/>
    <dgm:cxn modelId="{79676A55-D1E1-4AFA-9A29-A0E21732A7B1}" type="presOf" srcId="{ADB7A1DD-E7F4-4425-9B05-0170871B993C}" destId="{2B53B6B5-703A-41FA-989F-738BD7EF6988}" srcOrd="0" destOrd="0" presId="urn:microsoft.com/office/officeart/2005/8/layout/bProcess3"/>
    <dgm:cxn modelId="{8280C955-718B-4E1A-B2D0-088F7C778974}" type="presOf" srcId="{AF4FC70B-402A-4F6B-A0A6-4566DF6180FA}" destId="{29818334-A383-4861-99C4-2699A5DDF232}" srcOrd="0" destOrd="0" presId="urn:microsoft.com/office/officeart/2005/8/layout/bProcess3"/>
    <dgm:cxn modelId="{EE3FF57E-1228-4BB1-AA5E-5533ECCF0698}" type="presOf" srcId="{796EE87E-FD6E-42AE-A102-4C80A371D620}" destId="{C8DB3F82-AE07-4EB3-868A-4F0F19135512}" srcOrd="0" destOrd="0" presId="urn:microsoft.com/office/officeart/2005/8/layout/bProcess3"/>
    <dgm:cxn modelId="{47609B7F-9931-406E-9F86-F86551D7D535}" srcId="{4B0945AD-683D-4E4D-A933-B0F15CD0B56B}" destId="{1685A033-2274-4385-B1EB-836FBB969E7C}" srcOrd="4" destOrd="0" parTransId="{56E7BD7D-C0A2-40C8-919D-FC45E07CDC68}" sibTransId="{796EE87E-FD6E-42AE-A102-4C80A371D620}"/>
    <dgm:cxn modelId="{DDB09E80-B508-4EA5-8854-1A06E93174D4}" srcId="{4B0945AD-683D-4E4D-A933-B0F15CD0B56B}" destId="{0EC490B9-4491-4E23-9BBF-B56859246580}" srcOrd="7" destOrd="0" parTransId="{2B5D4507-AA01-4BEE-B671-8938579BB19F}" sibTransId="{0E3DC410-5686-49D6-B224-50BBFCB30211}"/>
    <dgm:cxn modelId="{25E96C87-8406-4D14-9DC2-574E54333AEF}" srcId="{4B0945AD-683D-4E4D-A933-B0F15CD0B56B}" destId="{005C20FD-6456-4C59-B66F-923CE50113A2}" srcOrd="10" destOrd="0" parTransId="{96233E5D-7BBD-402F-9878-8F1675F83592}" sibTransId="{2CD9AC35-F71D-47C7-B0A0-7E948687973C}"/>
    <dgm:cxn modelId="{281ADB89-C392-448F-B9FA-6043D11D9C0D}" srcId="{4B0945AD-683D-4E4D-A933-B0F15CD0B56B}" destId="{393D5BF2-EBAE-4B10-BF81-2FCD95E39968}" srcOrd="8" destOrd="0" parTransId="{09557432-4190-4FDE-969F-BE2272FB3472}" sibTransId="{E1DAB44F-3D1F-4F24-854D-130C3391E45F}"/>
    <dgm:cxn modelId="{34F4CC8E-D0E4-4BEC-AFE6-6788ED1356AA}" type="presOf" srcId="{D8D8689D-A4C5-461E-8F84-5EBDF2EC276A}" destId="{4B57287B-5A16-4382-8F40-BADC711253BD}" srcOrd="0" destOrd="0" presId="urn:microsoft.com/office/officeart/2005/8/layout/bProcess3"/>
    <dgm:cxn modelId="{C24B3897-F65A-4723-9115-0BE6F3F4FAAC}" type="presOf" srcId="{0EC490B9-4491-4E23-9BBF-B56859246580}" destId="{3100D0D6-E25F-4D3D-A106-AE05BBF4D5C5}" srcOrd="0" destOrd="0" presId="urn:microsoft.com/office/officeart/2005/8/layout/bProcess3"/>
    <dgm:cxn modelId="{6CA16F9C-0D7C-49F5-A3BC-2656925AED5E}" type="presOf" srcId="{2CD9AC35-F71D-47C7-B0A0-7E948687973C}" destId="{1C2B5DA9-9E64-49C2-BDDE-4F0D95EE396C}" srcOrd="1" destOrd="0" presId="urn:microsoft.com/office/officeart/2005/8/layout/bProcess3"/>
    <dgm:cxn modelId="{212C999D-6C12-49D9-9291-337DED0C2AC2}" type="presOf" srcId="{889459B4-C624-4DD6-82FE-40F0021CBA0A}" destId="{F950F128-8931-4BDE-815C-EA5D1B8BE9D1}" srcOrd="1" destOrd="0" presId="urn:microsoft.com/office/officeart/2005/8/layout/bProcess3"/>
    <dgm:cxn modelId="{59C74CA2-AA95-4931-BBA7-6DBE6D2E6FBF}" type="presOf" srcId="{D8D8689D-A4C5-461E-8F84-5EBDF2EC276A}" destId="{58DCD97C-D598-4961-82D7-BD9A177FE9B7}" srcOrd="1" destOrd="0" presId="urn:microsoft.com/office/officeart/2005/8/layout/bProcess3"/>
    <dgm:cxn modelId="{2E1546A5-93DA-4E38-8D0D-2BA82590AE65}" type="presOf" srcId="{E1DAB44F-3D1F-4F24-854D-130C3391E45F}" destId="{BFE884C7-2FF1-4E0E-A59E-FFC56C706CEB}" srcOrd="0" destOrd="0" presId="urn:microsoft.com/office/officeart/2005/8/layout/bProcess3"/>
    <dgm:cxn modelId="{A29118A6-FB73-44D6-BEBD-D82A35919829}" type="presOf" srcId="{FEBD70D9-C497-4987-8A90-E8F79C81A89D}" destId="{97DB09D2-759A-4A67-8A01-DD24B74E6284}" srcOrd="0" destOrd="0" presId="urn:microsoft.com/office/officeart/2005/8/layout/bProcess3"/>
    <dgm:cxn modelId="{8BE4BCA9-40FE-458F-9D82-C5C52CCE874A}" srcId="{4B0945AD-683D-4E4D-A933-B0F15CD0B56B}" destId="{331BD1A1-8D82-4210-AA2F-0A9A229C0FA8}" srcOrd="5" destOrd="0" parTransId="{1CAB8E40-6DE5-44F4-B76C-05B3134DDA51}" sibTransId="{4D50CC57-AF41-4CA7-9791-86487C6CB1D7}"/>
    <dgm:cxn modelId="{350A44AA-EB0B-4FB9-9080-58FAF153167E}" type="presOf" srcId="{9C198BE2-9DE4-4E68-8453-FB8F8477FEBA}" destId="{56039337-15A1-41C7-8BD3-6C67445449A4}" srcOrd="1" destOrd="0" presId="urn:microsoft.com/office/officeart/2005/8/layout/bProcess3"/>
    <dgm:cxn modelId="{5B3D03AD-B7E0-41BA-9005-D35444D379CC}" type="presOf" srcId="{7529D93B-6A42-447D-B47B-1B2A2366DE15}" destId="{AE01F9CA-8685-4420-97F7-4E4F859376AC}" srcOrd="0" destOrd="0" presId="urn:microsoft.com/office/officeart/2005/8/layout/bProcess3"/>
    <dgm:cxn modelId="{AE46C9B1-28F1-48D5-A747-5DA5EBF28AF3}" type="presOf" srcId="{0E3DC410-5686-49D6-B224-50BBFCB30211}" destId="{55C06686-CC39-4911-A390-22D2DCDC5982}" srcOrd="0" destOrd="0" presId="urn:microsoft.com/office/officeart/2005/8/layout/bProcess3"/>
    <dgm:cxn modelId="{2B7FABB2-2B75-4014-BEE5-8B593D085458}" type="presOf" srcId="{796EE87E-FD6E-42AE-A102-4C80A371D620}" destId="{00E8C0B3-C86A-40D0-9993-A89A3E1BD51F}" srcOrd="1" destOrd="0" presId="urn:microsoft.com/office/officeart/2005/8/layout/bProcess3"/>
    <dgm:cxn modelId="{21E4B7B3-59B9-4019-BE1E-C79DD4FBD382}" srcId="{4B0945AD-683D-4E4D-A933-B0F15CD0B56B}" destId="{F1E51E89-C01E-46A5-AFAD-9C4221065BE1}" srcOrd="12" destOrd="0" parTransId="{333262E2-5FE1-4064-8F17-E6B3838654D4}" sibTransId="{631938A6-E43B-4F3A-A71D-C0CBDE6E233A}"/>
    <dgm:cxn modelId="{01DA93B5-6413-4887-B554-47B7318224D8}" type="presOf" srcId="{005C20FD-6456-4C59-B66F-923CE50113A2}" destId="{987BAE48-A7D0-43A8-BF4F-67731136DD3B}" srcOrd="0" destOrd="0" presId="urn:microsoft.com/office/officeart/2005/8/layout/bProcess3"/>
    <dgm:cxn modelId="{0B8F50B9-38B8-414B-8091-9C2E889530C7}" srcId="{4B0945AD-683D-4E4D-A933-B0F15CD0B56B}" destId="{ADB7A1DD-E7F4-4425-9B05-0170871B993C}" srcOrd="3" destOrd="0" parTransId="{6E260865-21DE-46F1-97B3-3549F09F3376}" sibTransId="{D8D8689D-A4C5-461E-8F84-5EBDF2EC276A}"/>
    <dgm:cxn modelId="{2B0CC0B9-12B3-4389-90A1-A218D4F4242D}" type="presOf" srcId="{8335A4E6-8AA4-4AD6-A513-50CB753B4151}" destId="{6374C6A5-E1C7-4061-B842-EAE9D8228DD4}" srcOrd="0" destOrd="0" presId="urn:microsoft.com/office/officeart/2005/8/layout/bProcess3"/>
    <dgm:cxn modelId="{1401DAC9-8CC8-4F87-AB24-C9769814C801}" type="presOf" srcId="{2CD9AC35-F71D-47C7-B0A0-7E948687973C}" destId="{00006FF0-3DDE-4592-A666-88520888BD78}" srcOrd="0" destOrd="0" presId="urn:microsoft.com/office/officeart/2005/8/layout/bProcess3"/>
    <dgm:cxn modelId="{355A1BCA-F0D1-437D-BD1A-A2656F84D765}" type="presOf" srcId="{E636EF1F-00F2-4A85-953D-59F1FF6B675F}" destId="{B9411F42-F3E1-4F5F-9469-DE76D5295DC2}" srcOrd="0" destOrd="0" presId="urn:microsoft.com/office/officeart/2005/8/layout/bProcess3"/>
    <dgm:cxn modelId="{A9A0B2CA-6289-4589-BD3B-A8A480B1C6F0}" type="presOf" srcId="{18C77821-E1D3-4A2D-A966-EB39590633DC}" destId="{3C74B0A5-3D63-4139-8AD4-77E2799268B8}" srcOrd="0" destOrd="0" presId="urn:microsoft.com/office/officeart/2005/8/layout/bProcess3"/>
    <dgm:cxn modelId="{61CA8AD0-6DEE-46F2-9C5B-742B2C5D0753}" type="presOf" srcId="{889459B4-C624-4DD6-82FE-40F0021CBA0A}" destId="{15834B4F-DE82-499A-8B61-83E861A1B41C}" srcOrd="0" destOrd="0" presId="urn:microsoft.com/office/officeart/2005/8/layout/bProcess3"/>
    <dgm:cxn modelId="{83B259EA-A300-4679-8F42-3F45799E552B}" srcId="{4B0945AD-683D-4E4D-A933-B0F15CD0B56B}" destId="{7E2B70D1-4CB4-49FA-B676-5646C0B88CD2}" srcOrd="11" destOrd="0" parTransId="{4A414392-37E9-42F6-9F2E-262EA221E267}" sibTransId="{AF4FC70B-402A-4F6B-A0A6-4566DF6180FA}"/>
    <dgm:cxn modelId="{DF3136EB-6572-4AE5-97BA-295A63D8B1E5}" type="presOf" srcId="{4D50CC57-AF41-4CA7-9791-86487C6CB1D7}" destId="{89B88E59-71AD-4C53-A4A9-EBA98A29C4E5}" srcOrd="0" destOrd="0" presId="urn:microsoft.com/office/officeart/2005/8/layout/bProcess3"/>
    <dgm:cxn modelId="{A733D8F3-328F-448A-910B-A7A6B93F7997}" type="presOf" srcId="{7D470BF8-6FFE-47D1-8E78-3CCCEC3B6282}" destId="{42DF717C-0AB6-4F37-9476-A62D8317722A}" srcOrd="0" destOrd="0" presId="urn:microsoft.com/office/officeart/2005/8/layout/bProcess3"/>
    <dgm:cxn modelId="{6D9536FE-E7E1-4C1F-8370-1E0DCCAE8257}" type="presOf" srcId="{F1E51E89-C01E-46A5-AFAD-9C4221065BE1}" destId="{F854FD64-F5EC-49F9-AE18-D0E7E8529C35}" srcOrd="0" destOrd="0" presId="urn:microsoft.com/office/officeart/2005/8/layout/bProcess3"/>
    <dgm:cxn modelId="{99E968FF-91F3-4D18-97FD-7B0657CE4693}" type="presOf" srcId="{0E3DC410-5686-49D6-B224-50BBFCB30211}" destId="{2C00DDED-5EFC-4375-A0E9-20D6E669D4D5}" srcOrd="1" destOrd="0" presId="urn:microsoft.com/office/officeart/2005/8/layout/bProcess3"/>
    <dgm:cxn modelId="{B0DDD242-0A80-410B-8E41-A3721F18DF3B}" type="presParOf" srcId="{3E340C65-F2D6-4CCC-B0BF-79790FCBBD83}" destId="{7C6F966E-046B-477C-88FB-43952D8066FC}" srcOrd="0" destOrd="0" presId="urn:microsoft.com/office/officeart/2005/8/layout/bProcess3"/>
    <dgm:cxn modelId="{3C2E004C-B54C-4DCE-8018-AB6FEA839584}" type="presParOf" srcId="{3E340C65-F2D6-4CCC-B0BF-79790FCBBD83}" destId="{AE01F9CA-8685-4420-97F7-4E4F859376AC}" srcOrd="1" destOrd="0" presId="urn:microsoft.com/office/officeart/2005/8/layout/bProcess3"/>
    <dgm:cxn modelId="{524D6C02-73CE-466E-9FAD-D52456008FD0}" type="presParOf" srcId="{AE01F9CA-8685-4420-97F7-4E4F859376AC}" destId="{AD437391-92B6-4A1A-B556-78E2E12A162C}" srcOrd="0" destOrd="0" presId="urn:microsoft.com/office/officeart/2005/8/layout/bProcess3"/>
    <dgm:cxn modelId="{3E4F3599-7973-41D8-B6EC-2EE949B5F6F6}" type="presParOf" srcId="{3E340C65-F2D6-4CCC-B0BF-79790FCBBD83}" destId="{6374C6A5-E1C7-4061-B842-EAE9D8228DD4}" srcOrd="2" destOrd="0" presId="urn:microsoft.com/office/officeart/2005/8/layout/bProcess3"/>
    <dgm:cxn modelId="{C9768F59-4095-4707-B28E-3991E604E724}" type="presParOf" srcId="{3E340C65-F2D6-4CCC-B0BF-79790FCBBD83}" destId="{6871A37D-F3FC-43CA-8DBA-743A9F1041B8}" srcOrd="3" destOrd="0" presId="urn:microsoft.com/office/officeart/2005/8/layout/bProcess3"/>
    <dgm:cxn modelId="{10167920-5637-4C4D-8C70-14AA0715E4E1}" type="presParOf" srcId="{6871A37D-F3FC-43CA-8DBA-743A9F1041B8}" destId="{56039337-15A1-41C7-8BD3-6C67445449A4}" srcOrd="0" destOrd="0" presId="urn:microsoft.com/office/officeart/2005/8/layout/bProcess3"/>
    <dgm:cxn modelId="{1CD79807-1F70-42C7-A29D-A3C4EF57ADFF}" type="presParOf" srcId="{3E340C65-F2D6-4CCC-B0BF-79790FCBBD83}" destId="{42DF717C-0AB6-4F37-9476-A62D8317722A}" srcOrd="4" destOrd="0" presId="urn:microsoft.com/office/officeart/2005/8/layout/bProcess3"/>
    <dgm:cxn modelId="{10E75E0B-B525-424E-AFD1-B5F59B2F0FD8}" type="presParOf" srcId="{3E340C65-F2D6-4CCC-B0BF-79790FCBBD83}" destId="{15834B4F-DE82-499A-8B61-83E861A1B41C}" srcOrd="5" destOrd="0" presId="urn:microsoft.com/office/officeart/2005/8/layout/bProcess3"/>
    <dgm:cxn modelId="{312F3038-F079-435D-89AF-E07BAA0B6AF4}" type="presParOf" srcId="{15834B4F-DE82-499A-8B61-83E861A1B41C}" destId="{F950F128-8931-4BDE-815C-EA5D1B8BE9D1}" srcOrd="0" destOrd="0" presId="urn:microsoft.com/office/officeart/2005/8/layout/bProcess3"/>
    <dgm:cxn modelId="{90373083-7C45-4728-A4AC-BC245E1A58B2}" type="presParOf" srcId="{3E340C65-F2D6-4CCC-B0BF-79790FCBBD83}" destId="{2B53B6B5-703A-41FA-989F-738BD7EF6988}" srcOrd="6" destOrd="0" presId="urn:microsoft.com/office/officeart/2005/8/layout/bProcess3"/>
    <dgm:cxn modelId="{ECC5E78C-A08D-4217-86AF-BB20A2209B1C}" type="presParOf" srcId="{3E340C65-F2D6-4CCC-B0BF-79790FCBBD83}" destId="{4B57287B-5A16-4382-8F40-BADC711253BD}" srcOrd="7" destOrd="0" presId="urn:microsoft.com/office/officeart/2005/8/layout/bProcess3"/>
    <dgm:cxn modelId="{0C887EF8-7333-4A5F-933A-A4D135CFC87E}" type="presParOf" srcId="{4B57287B-5A16-4382-8F40-BADC711253BD}" destId="{58DCD97C-D598-4961-82D7-BD9A177FE9B7}" srcOrd="0" destOrd="0" presId="urn:microsoft.com/office/officeart/2005/8/layout/bProcess3"/>
    <dgm:cxn modelId="{954672ED-BC2F-4CAB-94F3-E7AD74ADD70E}" type="presParOf" srcId="{3E340C65-F2D6-4CCC-B0BF-79790FCBBD83}" destId="{579A9896-63AE-493D-B2CC-EEAD9593D9EC}" srcOrd="8" destOrd="0" presId="urn:microsoft.com/office/officeart/2005/8/layout/bProcess3"/>
    <dgm:cxn modelId="{D4203BC6-9F7F-495C-87B7-5F46F098E62D}" type="presParOf" srcId="{3E340C65-F2D6-4CCC-B0BF-79790FCBBD83}" destId="{C8DB3F82-AE07-4EB3-868A-4F0F19135512}" srcOrd="9" destOrd="0" presId="urn:microsoft.com/office/officeart/2005/8/layout/bProcess3"/>
    <dgm:cxn modelId="{44D14348-623A-4A30-BDC4-7579E39D815E}" type="presParOf" srcId="{C8DB3F82-AE07-4EB3-868A-4F0F19135512}" destId="{00E8C0B3-C86A-40D0-9993-A89A3E1BD51F}" srcOrd="0" destOrd="0" presId="urn:microsoft.com/office/officeart/2005/8/layout/bProcess3"/>
    <dgm:cxn modelId="{D06002F1-662C-4CF2-B938-7E23101A64E8}" type="presParOf" srcId="{3E340C65-F2D6-4CCC-B0BF-79790FCBBD83}" destId="{F9AAAE7A-9256-4929-B9E5-9D9DA57C06CA}" srcOrd="10" destOrd="0" presId="urn:microsoft.com/office/officeart/2005/8/layout/bProcess3"/>
    <dgm:cxn modelId="{3C10FFD5-79BE-4E3E-A4D6-EC2614868F46}" type="presParOf" srcId="{3E340C65-F2D6-4CCC-B0BF-79790FCBBD83}" destId="{89B88E59-71AD-4C53-A4A9-EBA98A29C4E5}" srcOrd="11" destOrd="0" presId="urn:microsoft.com/office/officeart/2005/8/layout/bProcess3"/>
    <dgm:cxn modelId="{C95CD430-2F93-44D5-A52A-F4E1275057D2}" type="presParOf" srcId="{89B88E59-71AD-4C53-A4A9-EBA98A29C4E5}" destId="{49B2E560-7471-4435-8DF1-82504713530F}" srcOrd="0" destOrd="0" presId="urn:microsoft.com/office/officeart/2005/8/layout/bProcess3"/>
    <dgm:cxn modelId="{623D2F8E-009C-42C3-994C-CF5CB82286C8}" type="presParOf" srcId="{3E340C65-F2D6-4CCC-B0BF-79790FCBBD83}" destId="{3C74B0A5-3D63-4139-8AD4-77E2799268B8}" srcOrd="12" destOrd="0" presId="urn:microsoft.com/office/officeart/2005/8/layout/bProcess3"/>
    <dgm:cxn modelId="{2D9D42E0-2585-4B42-AF39-771583EA8A2B}" type="presParOf" srcId="{3E340C65-F2D6-4CCC-B0BF-79790FCBBD83}" destId="{97DB09D2-759A-4A67-8A01-DD24B74E6284}" srcOrd="13" destOrd="0" presId="urn:microsoft.com/office/officeart/2005/8/layout/bProcess3"/>
    <dgm:cxn modelId="{F9F68FB2-E7F3-4FE8-B67A-EA6A4A8E6AFE}" type="presParOf" srcId="{97DB09D2-759A-4A67-8A01-DD24B74E6284}" destId="{F61B694B-D15C-4CC5-9EC1-787F43B7BD27}" srcOrd="0" destOrd="0" presId="urn:microsoft.com/office/officeart/2005/8/layout/bProcess3"/>
    <dgm:cxn modelId="{55B155D7-7219-47C5-B361-C9C32E30BC70}" type="presParOf" srcId="{3E340C65-F2D6-4CCC-B0BF-79790FCBBD83}" destId="{3100D0D6-E25F-4D3D-A106-AE05BBF4D5C5}" srcOrd="14" destOrd="0" presId="urn:microsoft.com/office/officeart/2005/8/layout/bProcess3"/>
    <dgm:cxn modelId="{C6678F89-D24B-48A1-BE48-06D03F59AF8D}" type="presParOf" srcId="{3E340C65-F2D6-4CCC-B0BF-79790FCBBD83}" destId="{55C06686-CC39-4911-A390-22D2DCDC5982}" srcOrd="15" destOrd="0" presId="urn:microsoft.com/office/officeart/2005/8/layout/bProcess3"/>
    <dgm:cxn modelId="{023635D3-06E5-46CB-90B7-2278CA60887A}" type="presParOf" srcId="{55C06686-CC39-4911-A390-22D2DCDC5982}" destId="{2C00DDED-5EFC-4375-A0E9-20D6E669D4D5}" srcOrd="0" destOrd="0" presId="urn:microsoft.com/office/officeart/2005/8/layout/bProcess3"/>
    <dgm:cxn modelId="{67F503D7-1C1F-467B-90C9-C882FB25DFA4}" type="presParOf" srcId="{3E340C65-F2D6-4CCC-B0BF-79790FCBBD83}" destId="{C2E998AB-FBEE-47C6-B501-E2F702E5C4C9}" srcOrd="16" destOrd="0" presId="urn:microsoft.com/office/officeart/2005/8/layout/bProcess3"/>
    <dgm:cxn modelId="{073445A8-C2B9-4C76-B53C-1231C9C9478A}" type="presParOf" srcId="{3E340C65-F2D6-4CCC-B0BF-79790FCBBD83}" destId="{BFE884C7-2FF1-4E0E-A59E-FFC56C706CEB}" srcOrd="17" destOrd="0" presId="urn:microsoft.com/office/officeart/2005/8/layout/bProcess3"/>
    <dgm:cxn modelId="{0B4DDF0C-0427-4DA4-8E9A-A10DD60B1899}" type="presParOf" srcId="{BFE884C7-2FF1-4E0E-A59E-FFC56C706CEB}" destId="{F34DEE83-8F87-4AAD-A220-F7BE22A9415E}" srcOrd="0" destOrd="0" presId="urn:microsoft.com/office/officeart/2005/8/layout/bProcess3"/>
    <dgm:cxn modelId="{18CB5176-6586-4DD3-96B5-C6F8C80D57A9}" type="presParOf" srcId="{3E340C65-F2D6-4CCC-B0BF-79790FCBBD83}" destId="{B9411F42-F3E1-4F5F-9469-DE76D5295DC2}" srcOrd="18" destOrd="0" presId="urn:microsoft.com/office/officeart/2005/8/layout/bProcess3"/>
    <dgm:cxn modelId="{C6355127-5965-4BD6-93DF-AB694F35F54C}" type="presParOf" srcId="{3E340C65-F2D6-4CCC-B0BF-79790FCBBD83}" destId="{3A77060E-9976-45BC-BDAE-2AD25AB0281A}" srcOrd="19" destOrd="0" presId="urn:microsoft.com/office/officeart/2005/8/layout/bProcess3"/>
    <dgm:cxn modelId="{613D84C3-5030-4AA4-8739-927B5F2C1D12}" type="presParOf" srcId="{3A77060E-9976-45BC-BDAE-2AD25AB0281A}" destId="{0D906923-42BE-467A-A213-E407C920669F}" srcOrd="0" destOrd="0" presId="urn:microsoft.com/office/officeart/2005/8/layout/bProcess3"/>
    <dgm:cxn modelId="{E326CC08-EB29-42BD-8BF1-72A85A5E7165}" type="presParOf" srcId="{3E340C65-F2D6-4CCC-B0BF-79790FCBBD83}" destId="{987BAE48-A7D0-43A8-BF4F-67731136DD3B}" srcOrd="20" destOrd="0" presId="urn:microsoft.com/office/officeart/2005/8/layout/bProcess3"/>
    <dgm:cxn modelId="{E01D9A65-7287-45C1-82F4-1E84A6D39B2A}" type="presParOf" srcId="{3E340C65-F2D6-4CCC-B0BF-79790FCBBD83}" destId="{00006FF0-3DDE-4592-A666-88520888BD78}" srcOrd="21" destOrd="0" presId="urn:microsoft.com/office/officeart/2005/8/layout/bProcess3"/>
    <dgm:cxn modelId="{CA476104-79B7-4EB8-887F-FC967C34D81B}" type="presParOf" srcId="{00006FF0-3DDE-4592-A666-88520888BD78}" destId="{1C2B5DA9-9E64-49C2-BDDE-4F0D95EE396C}" srcOrd="0" destOrd="0" presId="urn:microsoft.com/office/officeart/2005/8/layout/bProcess3"/>
    <dgm:cxn modelId="{FC7ABF59-DECE-4920-8517-B1F875C6FBDB}" type="presParOf" srcId="{3E340C65-F2D6-4CCC-B0BF-79790FCBBD83}" destId="{094480F0-FC10-4337-8926-934C263AD806}" srcOrd="22" destOrd="0" presId="urn:microsoft.com/office/officeart/2005/8/layout/bProcess3"/>
    <dgm:cxn modelId="{C11B5178-66AA-4F0D-937E-99931A12D56C}" type="presParOf" srcId="{3E340C65-F2D6-4CCC-B0BF-79790FCBBD83}" destId="{29818334-A383-4861-99C4-2699A5DDF232}" srcOrd="23" destOrd="0" presId="urn:microsoft.com/office/officeart/2005/8/layout/bProcess3"/>
    <dgm:cxn modelId="{5377D982-BB08-4B8C-8BBE-7445D067F503}" type="presParOf" srcId="{29818334-A383-4861-99C4-2699A5DDF232}" destId="{882F4E8F-A685-4582-893B-0D727BBBA12E}" srcOrd="0" destOrd="0" presId="urn:microsoft.com/office/officeart/2005/8/layout/bProcess3"/>
    <dgm:cxn modelId="{8E6E8BF5-B7AA-4BAD-AEBE-CF4319049D4B}" type="presParOf" srcId="{3E340C65-F2D6-4CCC-B0BF-79790FCBBD83}" destId="{F854FD64-F5EC-49F9-AE18-D0E7E8529C35}" srcOrd="2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98A920-7A85-4D5B-8D93-107B6300E979}" type="doc">
      <dgm:prSet loTypeId="urn:microsoft.com/office/officeart/2005/8/layout/process2" loCatId="process" qsTypeId="urn:microsoft.com/office/officeart/2005/8/quickstyle/simple1" qsCatId="simple" csTypeId="urn:microsoft.com/office/officeart/2005/8/colors/accent0_3" csCatId="mainScheme" phldr="1"/>
      <dgm:spPr/>
    </dgm:pt>
    <dgm:pt modelId="{74A29460-7B87-43F8-AB1B-1EB3AED32E54}">
      <dgm:prSet phldrT="[Text]" custT="1">
        <dgm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  <dgm:t>
        <a:bodyPr rtlCol="0" anchor="ctr"/>
        <a:lstStyle/>
        <a:p>
          <a:pPr marL="0" algn="ctr" defTabSz="457200" rtl="0" eaLnBrk="1" latinLnBrk="0" hangingPunct="1"/>
          <a:r>
            <a:rPr lang="en-IN" sz="1400" kern="1200" dirty="0">
              <a:solidFill>
                <a:schemeClr val="lt1"/>
              </a:solidFill>
              <a:latin typeface="Comic Sans MS" panose="030F0702030302020204" pitchFamily="66" charset="0"/>
              <a:ea typeface="+mn-ea"/>
              <a:cs typeface="+mn-cs"/>
            </a:rPr>
            <a:t>Terraform creates EC2</a:t>
          </a:r>
        </a:p>
      </dgm:t>
    </dgm:pt>
    <dgm:pt modelId="{1A081B5B-7DEC-4CF2-A0C3-5B19293BB41B}" type="parTrans" cxnId="{0AE17C83-9D72-4645-8945-7110F4086426}">
      <dgm:prSet/>
      <dgm:spPr/>
      <dgm:t>
        <a:bodyPr/>
        <a:lstStyle/>
        <a:p>
          <a:endParaRPr lang="en-IN"/>
        </a:p>
      </dgm:t>
    </dgm:pt>
    <dgm:pt modelId="{56042FB5-17A7-44CA-886F-D7D8CD0928DC}" type="sibTrans" cxnId="{0AE17C83-9D72-4645-8945-7110F4086426}">
      <dgm:prSet/>
      <dgm:spPr>
        <a:solidFill>
          <a:schemeClr val="tx1"/>
        </a:solidFill>
      </dgm:spPr>
      <dgm:t>
        <a:bodyPr/>
        <a:lstStyle/>
        <a:p>
          <a:endParaRPr lang="en-IN"/>
        </a:p>
      </dgm:t>
    </dgm:pt>
    <dgm:pt modelId="{DE777945-9575-4D02-95B3-71E813D9E621}">
      <dgm:prSet phldrT="[Text]" custT="1">
        <dgm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53340" tIns="53340" rIns="53340" bIns="53340" numCol="1" spcCol="1270" rtlCol="0" anchor="ctr" anchorCtr="0"/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SSH Connection</a:t>
          </a:r>
        </a:p>
      </dgm:t>
    </dgm:pt>
    <dgm:pt modelId="{285913F9-E126-4237-B010-B09CF62F2868}" type="parTrans" cxnId="{176EA540-7DA9-4C75-B5D7-81D64E76A863}">
      <dgm:prSet/>
      <dgm:spPr/>
      <dgm:t>
        <a:bodyPr/>
        <a:lstStyle/>
        <a:p>
          <a:endParaRPr lang="en-IN"/>
        </a:p>
      </dgm:t>
    </dgm:pt>
    <dgm:pt modelId="{646EF8EB-8378-4FB8-A8A2-641B7483084C}" type="sibTrans" cxnId="{176EA540-7DA9-4C75-B5D7-81D64E76A863}">
      <dgm:prSet/>
      <dgm:spPr>
        <a:solidFill>
          <a:schemeClr val="tx1"/>
        </a:solidFill>
      </dgm:spPr>
      <dgm:t>
        <a:bodyPr/>
        <a:lstStyle/>
        <a:p>
          <a:endParaRPr lang="en-IN"/>
        </a:p>
      </dgm:t>
    </dgm:pt>
    <dgm:pt modelId="{C0417143-0EAA-47AC-874D-1A86B73491B7}">
      <dgm:prSet phldrT="[Text]" custT="1">
        <dgm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53340" tIns="53340" rIns="53340" bIns="53340" numCol="1" spcCol="1270" rtlCol="0" anchor="ctr" anchorCtr="0"/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Install Docker</a:t>
          </a:r>
        </a:p>
      </dgm:t>
    </dgm:pt>
    <dgm:pt modelId="{70E38B41-AF28-4C76-B03D-BC3B1FAA20DA}" type="parTrans" cxnId="{9670B645-9AEF-48EE-BFD4-79F4A163E736}">
      <dgm:prSet/>
      <dgm:spPr/>
      <dgm:t>
        <a:bodyPr/>
        <a:lstStyle/>
        <a:p>
          <a:endParaRPr lang="en-IN"/>
        </a:p>
      </dgm:t>
    </dgm:pt>
    <dgm:pt modelId="{82A4CE07-717C-48AE-BB8F-9D6FC4E4BFFA}" type="sibTrans" cxnId="{9670B645-9AEF-48EE-BFD4-79F4A163E736}">
      <dgm:prSet/>
      <dgm:spPr>
        <a:solidFill>
          <a:schemeClr val="tx1"/>
        </a:solidFill>
      </dgm:spPr>
      <dgm:t>
        <a:bodyPr/>
        <a:lstStyle/>
        <a:p>
          <a:endParaRPr lang="en-IN"/>
        </a:p>
      </dgm:t>
    </dgm:pt>
    <dgm:pt modelId="{967CB98C-CD0C-4CD5-9152-76CF91DA7DA2}">
      <dgm:prSet phldrT="[Text]" custT="1">
        <dgm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53340" tIns="53340" rIns="53340" bIns="53340" numCol="1" spcCol="1270" rtlCol="0" anchor="ctr" anchorCtr="0"/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Dynamic Inventory</a:t>
          </a:r>
        </a:p>
      </dgm:t>
    </dgm:pt>
    <dgm:pt modelId="{1C2EA589-B00D-4D2B-A86D-31A664BDD6F9}" type="parTrans" cxnId="{4E6282AA-B1D3-4FD2-884F-01728F8A8117}">
      <dgm:prSet/>
      <dgm:spPr/>
      <dgm:t>
        <a:bodyPr/>
        <a:lstStyle/>
        <a:p>
          <a:endParaRPr lang="en-IN"/>
        </a:p>
      </dgm:t>
    </dgm:pt>
    <dgm:pt modelId="{171D6587-E963-463F-A314-6CC01AA2FFA6}" type="sibTrans" cxnId="{4E6282AA-B1D3-4FD2-884F-01728F8A8117}">
      <dgm:prSet/>
      <dgm:spPr>
        <a:solidFill>
          <a:schemeClr val="tx1"/>
        </a:solidFill>
      </dgm:spPr>
      <dgm:t>
        <a:bodyPr/>
        <a:lstStyle/>
        <a:p>
          <a:endParaRPr lang="en-IN"/>
        </a:p>
      </dgm:t>
    </dgm:pt>
    <dgm:pt modelId="{FC947577-0188-4B74-9829-D408340C14BE}">
      <dgm:prSet phldrT="[Text]" custT="1">
        <dgm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53340" tIns="53340" rIns="53340" bIns="53340" numCol="1" spcCol="1270" rtlCol="0" anchor="ctr" anchorCtr="0"/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Deploy Exporters</a:t>
          </a:r>
        </a:p>
      </dgm:t>
    </dgm:pt>
    <dgm:pt modelId="{02C73441-F4BD-434E-8EFB-1D35EC5A5FA2}" type="parTrans" cxnId="{59919FF5-C671-4367-8F4A-F6D56C7C279A}">
      <dgm:prSet/>
      <dgm:spPr/>
      <dgm:t>
        <a:bodyPr/>
        <a:lstStyle/>
        <a:p>
          <a:endParaRPr lang="en-IN"/>
        </a:p>
      </dgm:t>
    </dgm:pt>
    <dgm:pt modelId="{2EEC7B6A-2CC0-4773-97A6-A53C8935A207}" type="sibTrans" cxnId="{59919FF5-C671-4367-8F4A-F6D56C7C279A}">
      <dgm:prSet/>
      <dgm:spPr>
        <a:solidFill>
          <a:schemeClr val="tx1"/>
        </a:solidFill>
      </dgm:spPr>
      <dgm:t>
        <a:bodyPr/>
        <a:lstStyle/>
        <a:p>
          <a:endParaRPr lang="en-IN"/>
        </a:p>
      </dgm:t>
    </dgm:pt>
    <dgm:pt modelId="{26426A40-BF21-4FB0-A7A2-1A45DEC64A6D}">
      <dgm:prSet phldrT="[Text]" custT="1">
        <dgm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53340" tIns="53340" rIns="53340" bIns="53340" numCol="1" spcCol="1270" rtlCol="0" anchor="ctr" anchorCtr="0"/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Configure Monitoring Server</a:t>
          </a:r>
        </a:p>
      </dgm:t>
    </dgm:pt>
    <dgm:pt modelId="{E23D36F9-D056-438A-9DA0-7A089EB8D318}" type="parTrans" cxnId="{B6B4AB59-A16C-4CF4-9F74-CBDD4B756D91}">
      <dgm:prSet/>
      <dgm:spPr/>
      <dgm:t>
        <a:bodyPr/>
        <a:lstStyle/>
        <a:p>
          <a:endParaRPr lang="en-IN"/>
        </a:p>
      </dgm:t>
    </dgm:pt>
    <dgm:pt modelId="{50A7241D-150D-4AEB-94CB-4A67D39FD8EA}" type="sibTrans" cxnId="{B6B4AB59-A16C-4CF4-9F74-CBDD4B756D91}">
      <dgm:prSet/>
      <dgm:spPr>
        <a:solidFill>
          <a:schemeClr val="tx1"/>
        </a:solidFill>
      </dgm:spPr>
      <dgm:t>
        <a:bodyPr/>
        <a:lstStyle/>
        <a:p>
          <a:endParaRPr lang="en-IN"/>
        </a:p>
      </dgm:t>
    </dgm:pt>
    <dgm:pt modelId="{E4B8126B-EFB7-4037-9D2A-53EA0FF512E8}">
      <dgm:prSet phldrT="[Text]" custT="1">
        <dgm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53340" tIns="53340" rIns="53340" bIns="53340" numCol="1" spcCol="1270" rtlCol="0" anchor="ctr" anchorCtr="0"/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Prometheus + Grafana + Alert Manager</a:t>
          </a:r>
        </a:p>
      </dgm:t>
    </dgm:pt>
    <dgm:pt modelId="{E38E47A2-DD37-4CDC-B508-B6A3B260C0C4}" type="parTrans" cxnId="{789E4D44-7106-45D5-8448-954355157D68}">
      <dgm:prSet/>
      <dgm:spPr/>
      <dgm:t>
        <a:bodyPr/>
        <a:lstStyle/>
        <a:p>
          <a:endParaRPr lang="en-IN"/>
        </a:p>
      </dgm:t>
    </dgm:pt>
    <dgm:pt modelId="{30FC5BA1-6BFD-46E3-890B-D469FB61C281}" type="sibTrans" cxnId="{789E4D44-7106-45D5-8448-954355157D68}">
      <dgm:prSet/>
      <dgm:spPr/>
      <dgm:t>
        <a:bodyPr/>
        <a:lstStyle/>
        <a:p>
          <a:endParaRPr lang="en-IN"/>
        </a:p>
      </dgm:t>
    </dgm:pt>
    <dgm:pt modelId="{DC43C93B-2D25-4318-978F-4A284D1793DE}" type="pres">
      <dgm:prSet presAssocID="{5498A920-7A85-4D5B-8D93-107B6300E979}" presName="linearFlow" presStyleCnt="0">
        <dgm:presLayoutVars>
          <dgm:resizeHandles val="exact"/>
        </dgm:presLayoutVars>
      </dgm:prSet>
      <dgm:spPr/>
    </dgm:pt>
    <dgm:pt modelId="{4BF191E6-FA16-4E0A-812D-0E36A32EF696}" type="pres">
      <dgm:prSet presAssocID="{74A29460-7B87-43F8-AB1B-1EB3AED32E54}" presName="node" presStyleLbl="node1" presStyleIdx="0" presStyleCnt="7">
        <dgm:presLayoutVars>
          <dgm:bulletEnabled val="1"/>
        </dgm:presLayoutVars>
      </dgm:prSet>
      <dgm:spPr>
        <a:xfrm>
          <a:off x="560012" y="661"/>
          <a:ext cx="1768889" cy="541734"/>
        </a:xfrm>
        <a:prstGeom prst="roundRect">
          <a:avLst>
            <a:gd name="adj" fmla="val 10000"/>
          </a:avLst>
        </a:prstGeom>
      </dgm:spPr>
    </dgm:pt>
    <dgm:pt modelId="{89EB091B-6B5A-4A46-89B8-3EA4CA93D00C}" type="pres">
      <dgm:prSet presAssocID="{56042FB5-17A7-44CA-886F-D7D8CD0928DC}" presName="sibTrans" presStyleLbl="sibTrans2D1" presStyleIdx="0" presStyleCnt="6"/>
      <dgm:spPr/>
    </dgm:pt>
    <dgm:pt modelId="{A30D4A88-06E4-4852-9207-3566BE571D67}" type="pres">
      <dgm:prSet presAssocID="{56042FB5-17A7-44CA-886F-D7D8CD0928DC}" presName="connectorText" presStyleLbl="sibTrans2D1" presStyleIdx="0" presStyleCnt="6"/>
      <dgm:spPr/>
    </dgm:pt>
    <dgm:pt modelId="{C5BFC096-9C0E-43F2-9746-B403EC1A772B}" type="pres">
      <dgm:prSet presAssocID="{967CB98C-CD0C-4CD5-9152-76CF91DA7DA2}" presName="node" presStyleLbl="node1" presStyleIdx="1" presStyleCnt="7">
        <dgm:presLayoutVars>
          <dgm:bulletEnabled val="1"/>
        </dgm:presLayoutVars>
      </dgm:prSet>
      <dgm:spPr>
        <a:xfrm>
          <a:off x="398232" y="813263"/>
          <a:ext cx="2092449" cy="541734"/>
        </a:xfrm>
        <a:prstGeom prst="roundRect">
          <a:avLst>
            <a:gd name="adj" fmla="val 10000"/>
          </a:avLst>
        </a:prstGeom>
      </dgm:spPr>
    </dgm:pt>
    <dgm:pt modelId="{0BACC8A5-6413-46EA-A1BE-506DB941E3B4}" type="pres">
      <dgm:prSet presAssocID="{171D6587-E963-463F-A314-6CC01AA2FFA6}" presName="sibTrans" presStyleLbl="sibTrans2D1" presStyleIdx="1" presStyleCnt="6"/>
      <dgm:spPr/>
    </dgm:pt>
    <dgm:pt modelId="{A3CD2522-B6D1-4130-9885-92B7D7D4BB92}" type="pres">
      <dgm:prSet presAssocID="{171D6587-E963-463F-A314-6CC01AA2FFA6}" presName="connectorText" presStyleLbl="sibTrans2D1" presStyleIdx="1" presStyleCnt="6"/>
      <dgm:spPr/>
    </dgm:pt>
    <dgm:pt modelId="{EA78E8F6-3AC6-4975-9E2B-801EFF170F1A}" type="pres">
      <dgm:prSet presAssocID="{DE777945-9575-4D02-95B3-71E813D9E621}" presName="node" presStyleLbl="node1" presStyleIdx="2" presStyleCnt="7">
        <dgm:presLayoutVars>
          <dgm:bulletEnabled val="1"/>
        </dgm:presLayoutVars>
      </dgm:prSet>
      <dgm:spPr>
        <a:xfrm>
          <a:off x="398232" y="1625864"/>
          <a:ext cx="2092449" cy="541734"/>
        </a:xfrm>
        <a:prstGeom prst="roundRect">
          <a:avLst>
            <a:gd name="adj" fmla="val 10000"/>
          </a:avLst>
        </a:prstGeom>
      </dgm:spPr>
    </dgm:pt>
    <dgm:pt modelId="{8D73EBCC-50FD-4231-9685-2BD677BB49AC}" type="pres">
      <dgm:prSet presAssocID="{646EF8EB-8378-4FB8-A8A2-641B7483084C}" presName="sibTrans" presStyleLbl="sibTrans2D1" presStyleIdx="2" presStyleCnt="6"/>
      <dgm:spPr/>
    </dgm:pt>
    <dgm:pt modelId="{7F6210D0-7347-456A-8D6E-08016D7042BD}" type="pres">
      <dgm:prSet presAssocID="{646EF8EB-8378-4FB8-A8A2-641B7483084C}" presName="connectorText" presStyleLbl="sibTrans2D1" presStyleIdx="2" presStyleCnt="6"/>
      <dgm:spPr/>
    </dgm:pt>
    <dgm:pt modelId="{447C0C49-3CEA-4344-A006-9107A09C717C}" type="pres">
      <dgm:prSet presAssocID="{C0417143-0EAA-47AC-874D-1A86B73491B7}" presName="node" presStyleLbl="node1" presStyleIdx="3" presStyleCnt="7">
        <dgm:presLayoutVars>
          <dgm:bulletEnabled val="1"/>
        </dgm:presLayoutVars>
      </dgm:prSet>
      <dgm:spPr>
        <a:xfrm>
          <a:off x="398232" y="2438466"/>
          <a:ext cx="2092449" cy="541734"/>
        </a:xfrm>
        <a:prstGeom prst="roundRect">
          <a:avLst>
            <a:gd name="adj" fmla="val 10000"/>
          </a:avLst>
        </a:prstGeom>
      </dgm:spPr>
    </dgm:pt>
    <dgm:pt modelId="{4FE6DFC0-B89D-4A18-B939-60C96468FB3B}" type="pres">
      <dgm:prSet presAssocID="{82A4CE07-717C-48AE-BB8F-9D6FC4E4BFFA}" presName="sibTrans" presStyleLbl="sibTrans2D1" presStyleIdx="3" presStyleCnt="6"/>
      <dgm:spPr/>
    </dgm:pt>
    <dgm:pt modelId="{16FA9CDE-66F6-4EE1-B201-1FD4ED4E2F19}" type="pres">
      <dgm:prSet presAssocID="{82A4CE07-717C-48AE-BB8F-9D6FC4E4BFFA}" presName="connectorText" presStyleLbl="sibTrans2D1" presStyleIdx="3" presStyleCnt="6"/>
      <dgm:spPr/>
    </dgm:pt>
    <dgm:pt modelId="{EF0A9DC1-B37E-47AC-B922-C8C33D1F57D3}" type="pres">
      <dgm:prSet presAssocID="{FC947577-0188-4B74-9829-D408340C14BE}" presName="node" presStyleLbl="node1" presStyleIdx="4" presStyleCnt="7">
        <dgm:presLayoutVars>
          <dgm:bulletEnabled val="1"/>
        </dgm:presLayoutVars>
      </dgm:prSet>
      <dgm:spPr>
        <a:xfrm>
          <a:off x="398232" y="3251067"/>
          <a:ext cx="2092449" cy="541734"/>
        </a:xfrm>
        <a:prstGeom prst="roundRect">
          <a:avLst>
            <a:gd name="adj" fmla="val 10000"/>
          </a:avLst>
        </a:prstGeom>
      </dgm:spPr>
    </dgm:pt>
    <dgm:pt modelId="{B07044A7-12E4-4E03-AFFE-03B667781BCB}" type="pres">
      <dgm:prSet presAssocID="{2EEC7B6A-2CC0-4773-97A6-A53C8935A207}" presName="sibTrans" presStyleLbl="sibTrans2D1" presStyleIdx="4" presStyleCnt="6"/>
      <dgm:spPr/>
    </dgm:pt>
    <dgm:pt modelId="{4229D420-B060-4AAA-995B-1AE15D0A8C63}" type="pres">
      <dgm:prSet presAssocID="{2EEC7B6A-2CC0-4773-97A6-A53C8935A207}" presName="connectorText" presStyleLbl="sibTrans2D1" presStyleIdx="4" presStyleCnt="6"/>
      <dgm:spPr/>
    </dgm:pt>
    <dgm:pt modelId="{B22EACF7-BF69-4E28-AC95-60C406755DA3}" type="pres">
      <dgm:prSet presAssocID="{26426A40-BF21-4FB0-A7A2-1A45DEC64A6D}" presName="node" presStyleLbl="node1" presStyleIdx="5" presStyleCnt="7">
        <dgm:presLayoutVars>
          <dgm:bulletEnabled val="1"/>
        </dgm:presLayoutVars>
      </dgm:prSet>
      <dgm:spPr>
        <a:xfrm>
          <a:off x="362046" y="4062346"/>
          <a:ext cx="2164821" cy="541205"/>
        </a:xfrm>
        <a:prstGeom prst="roundRect">
          <a:avLst>
            <a:gd name="adj" fmla="val 10000"/>
          </a:avLst>
        </a:prstGeom>
      </dgm:spPr>
    </dgm:pt>
    <dgm:pt modelId="{BA9FC788-047E-4926-A328-57DD969CEA4B}" type="pres">
      <dgm:prSet presAssocID="{50A7241D-150D-4AEB-94CB-4A67D39FD8EA}" presName="sibTrans" presStyleLbl="sibTrans2D1" presStyleIdx="5" presStyleCnt="6"/>
      <dgm:spPr/>
    </dgm:pt>
    <dgm:pt modelId="{7089DA49-1406-4857-8AFC-C60BF8514618}" type="pres">
      <dgm:prSet presAssocID="{50A7241D-150D-4AEB-94CB-4A67D39FD8EA}" presName="connectorText" presStyleLbl="sibTrans2D1" presStyleIdx="5" presStyleCnt="6"/>
      <dgm:spPr/>
    </dgm:pt>
    <dgm:pt modelId="{B9262C42-9D90-4684-8B63-5C2E420726F6}" type="pres">
      <dgm:prSet presAssocID="{E4B8126B-EFB7-4037-9D2A-53EA0FF512E8}" presName="node" presStyleLbl="node1" presStyleIdx="6" presStyleCnt="7">
        <dgm:presLayoutVars>
          <dgm:bulletEnabled val="1"/>
        </dgm:presLayoutVars>
      </dgm:prSet>
      <dgm:spPr>
        <a:xfrm>
          <a:off x="362046" y="4874154"/>
          <a:ext cx="2164821" cy="541205"/>
        </a:xfrm>
        <a:prstGeom prst="roundRect">
          <a:avLst>
            <a:gd name="adj" fmla="val 10000"/>
          </a:avLst>
        </a:prstGeom>
      </dgm:spPr>
    </dgm:pt>
  </dgm:ptLst>
  <dgm:cxnLst>
    <dgm:cxn modelId="{14172408-4B5C-429C-826F-8C097A607EFE}" type="presOf" srcId="{C0417143-0EAA-47AC-874D-1A86B73491B7}" destId="{447C0C49-3CEA-4344-A006-9107A09C717C}" srcOrd="0" destOrd="0" presId="urn:microsoft.com/office/officeart/2005/8/layout/process2"/>
    <dgm:cxn modelId="{16A51E27-F810-43AE-9283-DDEE84B98801}" type="presOf" srcId="{2EEC7B6A-2CC0-4773-97A6-A53C8935A207}" destId="{4229D420-B060-4AAA-995B-1AE15D0A8C63}" srcOrd="1" destOrd="0" presId="urn:microsoft.com/office/officeart/2005/8/layout/process2"/>
    <dgm:cxn modelId="{DBC7D828-0F0C-48E1-BA46-153A87050BCE}" type="presOf" srcId="{646EF8EB-8378-4FB8-A8A2-641B7483084C}" destId="{7F6210D0-7347-456A-8D6E-08016D7042BD}" srcOrd="1" destOrd="0" presId="urn:microsoft.com/office/officeart/2005/8/layout/process2"/>
    <dgm:cxn modelId="{37DFEA38-10CB-4436-9519-DF523CB1D3AB}" type="presOf" srcId="{82A4CE07-717C-48AE-BB8F-9D6FC4E4BFFA}" destId="{16FA9CDE-66F6-4EE1-B201-1FD4ED4E2F19}" srcOrd="1" destOrd="0" presId="urn:microsoft.com/office/officeart/2005/8/layout/process2"/>
    <dgm:cxn modelId="{176EA540-7DA9-4C75-B5D7-81D64E76A863}" srcId="{5498A920-7A85-4D5B-8D93-107B6300E979}" destId="{DE777945-9575-4D02-95B3-71E813D9E621}" srcOrd="2" destOrd="0" parTransId="{285913F9-E126-4237-B010-B09CF62F2868}" sibTransId="{646EF8EB-8378-4FB8-A8A2-641B7483084C}"/>
    <dgm:cxn modelId="{8B54AC61-7232-4B92-BE19-5552A858EB49}" type="presOf" srcId="{171D6587-E963-463F-A314-6CC01AA2FFA6}" destId="{0BACC8A5-6413-46EA-A1BE-506DB941E3B4}" srcOrd="0" destOrd="0" presId="urn:microsoft.com/office/officeart/2005/8/layout/process2"/>
    <dgm:cxn modelId="{B2F83B42-DF1A-431F-95F4-AA5C91D7A0C9}" type="presOf" srcId="{74A29460-7B87-43F8-AB1B-1EB3AED32E54}" destId="{4BF191E6-FA16-4E0A-812D-0E36A32EF696}" srcOrd="0" destOrd="0" presId="urn:microsoft.com/office/officeart/2005/8/layout/process2"/>
    <dgm:cxn modelId="{12FDD163-4E21-4CB1-BA96-3FF4B219CAA6}" type="presOf" srcId="{5498A920-7A85-4D5B-8D93-107B6300E979}" destId="{DC43C93B-2D25-4318-978F-4A284D1793DE}" srcOrd="0" destOrd="0" presId="urn:microsoft.com/office/officeart/2005/8/layout/process2"/>
    <dgm:cxn modelId="{D5944D64-08AE-4C83-BD41-2974A8CCD632}" type="presOf" srcId="{2EEC7B6A-2CC0-4773-97A6-A53C8935A207}" destId="{B07044A7-12E4-4E03-AFFE-03B667781BCB}" srcOrd="0" destOrd="0" presId="urn:microsoft.com/office/officeart/2005/8/layout/process2"/>
    <dgm:cxn modelId="{789E4D44-7106-45D5-8448-954355157D68}" srcId="{5498A920-7A85-4D5B-8D93-107B6300E979}" destId="{E4B8126B-EFB7-4037-9D2A-53EA0FF512E8}" srcOrd="6" destOrd="0" parTransId="{E38E47A2-DD37-4CDC-B508-B6A3B260C0C4}" sibTransId="{30FC5BA1-6BFD-46E3-890B-D469FB61C281}"/>
    <dgm:cxn modelId="{9670B645-9AEF-48EE-BFD4-79F4A163E736}" srcId="{5498A920-7A85-4D5B-8D93-107B6300E979}" destId="{C0417143-0EAA-47AC-874D-1A86B73491B7}" srcOrd="3" destOrd="0" parTransId="{70E38B41-AF28-4C76-B03D-BC3B1FAA20DA}" sibTransId="{82A4CE07-717C-48AE-BB8F-9D6FC4E4BFFA}"/>
    <dgm:cxn modelId="{2DA1BA49-0141-4F12-9C2D-981C21E3013B}" type="presOf" srcId="{26426A40-BF21-4FB0-A7A2-1A45DEC64A6D}" destId="{B22EACF7-BF69-4E28-AC95-60C406755DA3}" srcOrd="0" destOrd="0" presId="urn:microsoft.com/office/officeart/2005/8/layout/process2"/>
    <dgm:cxn modelId="{6E39144C-4B6A-4E43-8CC6-99B241841FFF}" type="presOf" srcId="{82A4CE07-717C-48AE-BB8F-9D6FC4E4BFFA}" destId="{4FE6DFC0-B89D-4A18-B939-60C96468FB3B}" srcOrd="0" destOrd="0" presId="urn:microsoft.com/office/officeart/2005/8/layout/process2"/>
    <dgm:cxn modelId="{42F9A356-94AC-4AC7-B328-FA8168C64108}" type="presOf" srcId="{E4B8126B-EFB7-4037-9D2A-53EA0FF512E8}" destId="{B9262C42-9D90-4684-8B63-5C2E420726F6}" srcOrd="0" destOrd="0" presId="urn:microsoft.com/office/officeart/2005/8/layout/process2"/>
    <dgm:cxn modelId="{6FC9F956-7E6E-4E0A-99B1-7FC861EE718B}" type="presOf" srcId="{967CB98C-CD0C-4CD5-9152-76CF91DA7DA2}" destId="{C5BFC096-9C0E-43F2-9746-B403EC1A772B}" srcOrd="0" destOrd="0" presId="urn:microsoft.com/office/officeart/2005/8/layout/process2"/>
    <dgm:cxn modelId="{B6B4AB59-A16C-4CF4-9F74-CBDD4B756D91}" srcId="{5498A920-7A85-4D5B-8D93-107B6300E979}" destId="{26426A40-BF21-4FB0-A7A2-1A45DEC64A6D}" srcOrd="5" destOrd="0" parTransId="{E23D36F9-D056-438A-9DA0-7A089EB8D318}" sibTransId="{50A7241D-150D-4AEB-94CB-4A67D39FD8EA}"/>
    <dgm:cxn modelId="{8CE5797F-EEED-443E-B175-9ACC25F3A5EC}" type="presOf" srcId="{50A7241D-150D-4AEB-94CB-4A67D39FD8EA}" destId="{BA9FC788-047E-4926-A328-57DD969CEA4B}" srcOrd="0" destOrd="0" presId="urn:microsoft.com/office/officeart/2005/8/layout/process2"/>
    <dgm:cxn modelId="{0AE17C83-9D72-4645-8945-7110F4086426}" srcId="{5498A920-7A85-4D5B-8D93-107B6300E979}" destId="{74A29460-7B87-43F8-AB1B-1EB3AED32E54}" srcOrd="0" destOrd="0" parTransId="{1A081B5B-7DEC-4CF2-A0C3-5B19293BB41B}" sibTransId="{56042FB5-17A7-44CA-886F-D7D8CD0928DC}"/>
    <dgm:cxn modelId="{DC013C96-1AB0-4707-9BE4-8FDD1862D293}" type="presOf" srcId="{646EF8EB-8378-4FB8-A8A2-641B7483084C}" destId="{8D73EBCC-50FD-4231-9685-2BD677BB49AC}" srcOrd="0" destOrd="0" presId="urn:microsoft.com/office/officeart/2005/8/layout/process2"/>
    <dgm:cxn modelId="{4E6282AA-B1D3-4FD2-884F-01728F8A8117}" srcId="{5498A920-7A85-4D5B-8D93-107B6300E979}" destId="{967CB98C-CD0C-4CD5-9152-76CF91DA7DA2}" srcOrd="1" destOrd="0" parTransId="{1C2EA589-B00D-4D2B-A86D-31A664BDD6F9}" sibTransId="{171D6587-E963-463F-A314-6CC01AA2FFA6}"/>
    <dgm:cxn modelId="{202809CF-A695-456C-B014-F25EA4756E2C}" type="presOf" srcId="{DE777945-9575-4D02-95B3-71E813D9E621}" destId="{EA78E8F6-3AC6-4975-9E2B-801EFF170F1A}" srcOrd="0" destOrd="0" presId="urn:microsoft.com/office/officeart/2005/8/layout/process2"/>
    <dgm:cxn modelId="{57E6B4D4-8AAE-4CF4-8486-B11CF2A6B3DA}" type="presOf" srcId="{56042FB5-17A7-44CA-886F-D7D8CD0928DC}" destId="{89EB091B-6B5A-4A46-89B8-3EA4CA93D00C}" srcOrd="0" destOrd="0" presId="urn:microsoft.com/office/officeart/2005/8/layout/process2"/>
    <dgm:cxn modelId="{ED1E3FDB-1D4A-4395-8D85-B509590DBEAA}" type="presOf" srcId="{171D6587-E963-463F-A314-6CC01AA2FFA6}" destId="{A3CD2522-B6D1-4130-9885-92B7D7D4BB92}" srcOrd="1" destOrd="0" presId="urn:microsoft.com/office/officeart/2005/8/layout/process2"/>
    <dgm:cxn modelId="{39C948ED-47DE-44C7-8C43-41740AF3CFE7}" type="presOf" srcId="{56042FB5-17A7-44CA-886F-D7D8CD0928DC}" destId="{A30D4A88-06E4-4852-9207-3566BE571D67}" srcOrd="1" destOrd="0" presId="urn:microsoft.com/office/officeart/2005/8/layout/process2"/>
    <dgm:cxn modelId="{11A321F2-8364-431A-BD9F-51AE2DDBE79D}" type="presOf" srcId="{FC947577-0188-4B74-9829-D408340C14BE}" destId="{EF0A9DC1-B37E-47AC-B922-C8C33D1F57D3}" srcOrd="0" destOrd="0" presId="urn:microsoft.com/office/officeart/2005/8/layout/process2"/>
    <dgm:cxn modelId="{59919FF5-C671-4367-8F4A-F6D56C7C279A}" srcId="{5498A920-7A85-4D5B-8D93-107B6300E979}" destId="{FC947577-0188-4B74-9829-D408340C14BE}" srcOrd="4" destOrd="0" parTransId="{02C73441-F4BD-434E-8EFB-1D35EC5A5FA2}" sibTransId="{2EEC7B6A-2CC0-4773-97A6-A53C8935A207}"/>
    <dgm:cxn modelId="{735FDDFF-365E-4232-94E6-13A508B055A5}" type="presOf" srcId="{50A7241D-150D-4AEB-94CB-4A67D39FD8EA}" destId="{7089DA49-1406-4857-8AFC-C60BF8514618}" srcOrd="1" destOrd="0" presId="urn:microsoft.com/office/officeart/2005/8/layout/process2"/>
    <dgm:cxn modelId="{5C224FFC-97B6-444C-B9A8-54A2CEEB5D4C}" type="presParOf" srcId="{DC43C93B-2D25-4318-978F-4A284D1793DE}" destId="{4BF191E6-FA16-4E0A-812D-0E36A32EF696}" srcOrd="0" destOrd="0" presId="urn:microsoft.com/office/officeart/2005/8/layout/process2"/>
    <dgm:cxn modelId="{A3388E6A-38DE-421D-BF8E-660BEF11D1AF}" type="presParOf" srcId="{DC43C93B-2D25-4318-978F-4A284D1793DE}" destId="{89EB091B-6B5A-4A46-89B8-3EA4CA93D00C}" srcOrd="1" destOrd="0" presId="urn:microsoft.com/office/officeart/2005/8/layout/process2"/>
    <dgm:cxn modelId="{4861CF8A-0B0B-489C-9C26-1C261AB87335}" type="presParOf" srcId="{89EB091B-6B5A-4A46-89B8-3EA4CA93D00C}" destId="{A30D4A88-06E4-4852-9207-3566BE571D67}" srcOrd="0" destOrd="0" presId="urn:microsoft.com/office/officeart/2005/8/layout/process2"/>
    <dgm:cxn modelId="{1E9D3889-76E5-4D39-9E1C-C44EDCDB6036}" type="presParOf" srcId="{DC43C93B-2D25-4318-978F-4A284D1793DE}" destId="{C5BFC096-9C0E-43F2-9746-B403EC1A772B}" srcOrd="2" destOrd="0" presId="urn:microsoft.com/office/officeart/2005/8/layout/process2"/>
    <dgm:cxn modelId="{4A3A484E-E40A-49E7-82DC-42BAB38072E5}" type="presParOf" srcId="{DC43C93B-2D25-4318-978F-4A284D1793DE}" destId="{0BACC8A5-6413-46EA-A1BE-506DB941E3B4}" srcOrd="3" destOrd="0" presId="urn:microsoft.com/office/officeart/2005/8/layout/process2"/>
    <dgm:cxn modelId="{2220DF40-2C64-4F75-BB58-2ACCBB1379AA}" type="presParOf" srcId="{0BACC8A5-6413-46EA-A1BE-506DB941E3B4}" destId="{A3CD2522-B6D1-4130-9885-92B7D7D4BB92}" srcOrd="0" destOrd="0" presId="urn:microsoft.com/office/officeart/2005/8/layout/process2"/>
    <dgm:cxn modelId="{9C5E29C1-0457-4B60-9CB1-FCC35460A14F}" type="presParOf" srcId="{DC43C93B-2D25-4318-978F-4A284D1793DE}" destId="{EA78E8F6-3AC6-4975-9E2B-801EFF170F1A}" srcOrd="4" destOrd="0" presId="urn:microsoft.com/office/officeart/2005/8/layout/process2"/>
    <dgm:cxn modelId="{AD292F8B-D82F-496B-BD87-0A537146AD94}" type="presParOf" srcId="{DC43C93B-2D25-4318-978F-4A284D1793DE}" destId="{8D73EBCC-50FD-4231-9685-2BD677BB49AC}" srcOrd="5" destOrd="0" presId="urn:microsoft.com/office/officeart/2005/8/layout/process2"/>
    <dgm:cxn modelId="{6390C29B-7DC6-4620-9872-A57D1A8832E0}" type="presParOf" srcId="{8D73EBCC-50FD-4231-9685-2BD677BB49AC}" destId="{7F6210D0-7347-456A-8D6E-08016D7042BD}" srcOrd="0" destOrd="0" presId="urn:microsoft.com/office/officeart/2005/8/layout/process2"/>
    <dgm:cxn modelId="{8DEA34DE-C742-499B-A622-C70B94CDF834}" type="presParOf" srcId="{DC43C93B-2D25-4318-978F-4A284D1793DE}" destId="{447C0C49-3CEA-4344-A006-9107A09C717C}" srcOrd="6" destOrd="0" presId="urn:microsoft.com/office/officeart/2005/8/layout/process2"/>
    <dgm:cxn modelId="{F815F4CA-0C4A-4F1E-8894-67FE96CEDB39}" type="presParOf" srcId="{DC43C93B-2D25-4318-978F-4A284D1793DE}" destId="{4FE6DFC0-B89D-4A18-B939-60C96468FB3B}" srcOrd="7" destOrd="0" presId="urn:microsoft.com/office/officeart/2005/8/layout/process2"/>
    <dgm:cxn modelId="{D94CEC11-5993-43A1-AFD5-1A35F3F52C9D}" type="presParOf" srcId="{4FE6DFC0-B89D-4A18-B939-60C96468FB3B}" destId="{16FA9CDE-66F6-4EE1-B201-1FD4ED4E2F19}" srcOrd="0" destOrd="0" presId="urn:microsoft.com/office/officeart/2005/8/layout/process2"/>
    <dgm:cxn modelId="{A194056E-F45E-419C-A9BE-CA9294A3A63D}" type="presParOf" srcId="{DC43C93B-2D25-4318-978F-4A284D1793DE}" destId="{EF0A9DC1-B37E-47AC-B922-C8C33D1F57D3}" srcOrd="8" destOrd="0" presId="urn:microsoft.com/office/officeart/2005/8/layout/process2"/>
    <dgm:cxn modelId="{05D63A50-BEAE-45D0-A49A-21B972119C75}" type="presParOf" srcId="{DC43C93B-2D25-4318-978F-4A284D1793DE}" destId="{B07044A7-12E4-4E03-AFFE-03B667781BCB}" srcOrd="9" destOrd="0" presId="urn:microsoft.com/office/officeart/2005/8/layout/process2"/>
    <dgm:cxn modelId="{06080551-23A4-47A6-A0C5-3ECF1CF6EC8E}" type="presParOf" srcId="{B07044A7-12E4-4E03-AFFE-03B667781BCB}" destId="{4229D420-B060-4AAA-995B-1AE15D0A8C63}" srcOrd="0" destOrd="0" presId="urn:microsoft.com/office/officeart/2005/8/layout/process2"/>
    <dgm:cxn modelId="{63514CE5-0002-4832-99B9-D27441CAE52C}" type="presParOf" srcId="{DC43C93B-2D25-4318-978F-4A284D1793DE}" destId="{B22EACF7-BF69-4E28-AC95-60C406755DA3}" srcOrd="10" destOrd="0" presId="urn:microsoft.com/office/officeart/2005/8/layout/process2"/>
    <dgm:cxn modelId="{A8E84567-71FE-44FE-9F6B-28E9BA7DC341}" type="presParOf" srcId="{DC43C93B-2D25-4318-978F-4A284D1793DE}" destId="{BA9FC788-047E-4926-A328-57DD969CEA4B}" srcOrd="11" destOrd="0" presId="urn:microsoft.com/office/officeart/2005/8/layout/process2"/>
    <dgm:cxn modelId="{1C9E31E1-B651-4C71-93C3-7DA41E389AED}" type="presParOf" srcId="{BA9FC788-047E-4926-A328-57DD969CEA4B}" destId="{7089DA49-1406-4857-8AFC-C60BF8514618}" srcOrd="0" destOrd="0" presId="urn:microsoft.com/office/officeart/2005/8/layout/process2"/>
    <dgm:cxn modelId="{ABF8989A-9ADC-48E5-AF50-0F35D1DECFE7}" type="presParOf" srcId="{DC43C93B-2D25-4318-978F-4A284D1793DE}" destId="{B9262C42-9D90-4684-8B63-5C2E420726F6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498A920-7A85-4D5B-8D93-107B6300E979}" type="doc">
      <dgm:prSet loTypeId="urn:microsoft.com/office/officeart/2005/8/layout/process2" loCatId="process" qsTypeId="urn:microsoft.com/office/officeart/2005/8/quickstyle/simple1" qsCatId="simple" csTypeId="urn:microsoft.com/office/officeart/2005/8/colors/accent0_3" csCatId="mainScheme" phldr="1"/>
      <dgm:spPr/>
    </dgm:pt>
    <dgm:pt modelId="{74A29460-7B87-43F8-AB1B-1EB3AED32E54}">
      <dgm:prSet phldrT="[Text]" custT="1">
        <dgm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  <dgm:t>
        <a:bodyPr rtlCol="0" anchor="ctr"/>
        <a:lstStyle/>
        <a:p>
          <a:pPr marL="0" algn="ctr" defTabSz="457200" rtl="0" eaLnBrk="1" latinLnBrk="0" hangingPunct="1"/>
          <a:r>
            <a:rPr lang="en-IN" sz="1400" kern="1200" dirty="0">
              <a:solidFill>
                <a:schemeClr val="lt1"/>
              </a:solidFill>
              <a:latin typeface="Comic Sans MS" panose="030F0702030302020204" pitchFamily="66" charset="0"/>
              <a:ea typeface="+mn-ea"/>
              <a:cs typeface="+mn-cs"/>
            </a:rPr>
            <a:t>Ansible</a:t>
          </a:r>
        </a:p>
      </dgm:t>
    </dgm:pt>
    <dgm:pt modelId="{1A081B5B-7DEC-4CF2-A0C3-5B19293BB41B}" type="parTrans" cxnId="{0AE17C83-9D72-4645-8945-7110F4086426}">
      <dgm:prSet/>
      <dgm:spPr/>
      <dgm:t>
        <a:bodyPr/>
        <a:lstStyle/>
        <a:p>
          <a:endParaRPr lang="en-IN"/>
        </a:p>
      </dgm:t>
    </dgm:pt>
    <dgm:pt modelId="{56042FB5-17A7-44CA-886F-D7D8CD0928DC}" type="sibTrans" cxnId="{0AE17C83-9D72-4645-8945-7110F4086426}">
      <dgm:prSet/>
      <dgm:spPr>
        <a:solidFill>
          <a:schemeClr val="tx1"/>
        </a:solidFill>
      </dgm:spPr>
      <dgm:t>
        <a:bodyPr/>
        <a:lstStyle/>
        <a:p>
          <a:endParaRPr lang="en-IN"/>
        </a:p>
      </dgm:t>
    </dgm:pt>
    <dgm:pt modelId="{DE777945-9575-4D02-95B3-71E813D9E621}">
      <dgm:prSet phldrT="[Text]" custT="1">
        <dgm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53340" tIns="53340" rIns="53340" bIns="53340" numCol="1" spcCol="1270" rtlCol="0" anchor="ctr" anchorCtr="0"/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Deploy Containers</a:t>
          </a:r>
        </a:p>
      </dgm:t>
    </dgm:pt>
    <dgm:pt modelId="{285913F9-E126-4237-B010-B09CF62F2868}" type="parTrans" cxnId="{176EA540-7DA9-4C75-B5D7-81D64E76A863}">
      <dgm:prSet/>
      <dgm:spPr/>
      <dgm:t>
        <a:bodyPr/>
        <a:lstStyle/>
        <a:p>
          <a:endParaRPr lang="en-IN"/>
        </a:p>
      </dgm:t>
    </dgm:pt>
    <dgm:pt modelId="{646EF8EB-8378-4FB8-A8A2-641B7483084C}" type="sibTrans" cxnId="{176EA540-7DA9-4C75-B5D7-81D64E76A863}">
      <dgm:prSet/>
      <dgm:spPr>
        <a:solidFill>
          <a:schemeClr val="tx1"/>
        </a:solidFill>
      </dgm:spPr>
      <dgm:t>
        <a:bodyPr/>
        <a:lstStyle/>
        <a:p>
          <a:endParaRPr lang="en-IN"/>
        </a:p>
      </dgm:t>
    </dgm:pt>
    <dgm:pt modelId="{967CB98C-CD0C-4CD5-9152-76CF91DA7DA2}">
      <dgm:prSet phldrT="[Text]" custT="1">
        <dgm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53340" tIns="53340" rIns="53340" bIns="53340" numCol="1" spcCol="1270" rtlCol="0" anchor="ctr" anchorCtr="0"/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Install Docker</a:t>
          </a:r>
        </a:p>
      </dgm:t>
    </dgm:pt>
    <dgm:pt modelId="{1C2EA589-B00D-4D2B-A86D-31A664BDD6F9}" type="parTrans" cxnId="{4E6282AA-B1D3-4FD2-884F-01728F8A8117}">
      <dgm:prSet/>
      <dgm:spPr/>
      <dgm:t>
        <a:bodyPr/>
        <a:lstStyle/>
        <a:p>
          <a:endParaRPr lang="en-IN"/>
        </a:p>
      </dgm:t>
    </dgm:pt>
    <dgm:pt modelId="{171D6587-E963-463F-A314-6CC01AA2FFA6}" type="sibTrans" cxnId="{4E6282AA-B1D3-4FD2-884F-01728F8A8117}">
      <dgm:prSet/>
      <dgm:spPr>
        <a:solidFill>
          <a:schemeClr val="tx1"/>
        </a:solidFill>
      </dgm:spPr>
      <dgm:t>
        <a:bodyPr/>
        <a:lstStyle/>
        <a:p>
          <a:endParaRPr lang="en-IN"/>
        </a:p>
      </dgm:t>
    </dgm:pt>
    <dgm:pt modelId="{FC947577-0188-4B74-9829-D408340C14BE}">
      <dgm:prSet phldrT="[Text]" custT="1">
        <dgm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53340" tIns="53340" rIns="53340" bIns="53340" numCol="1" spcCol="1270" rtlCol="0" anchor="ctr" anchorCtr="0"/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Prometheus</a:t>
          </a:r>
        </a:p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Grafana</a:t>
          </a:r>
        </a:p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Alertmanager</a:t>
          </a:r>
        </a:p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cAdvisor</a:t>
          </a:r>
        </a:p>
      </dgm:t>
    </dgm:pt>
    <dgm:pt modelId="{02C73441-F4BD-434E-8EFB-1D35EC5A5FA2}" type="parTrans" cxnId="{59919FF5-C671-4367-8F4A-F6D56C7C279A}">
      <dgm:prSet/>
      <dgm:spPr/>
      <dgm:t>
        <a:bodyPr/>
        <a:lstStyle/>
        <a:p>
          <a:endParaRPr lang="en-IN"/>
        </a:p>
      </dgm:t>
    </dgm:pt>
    <dgm:pt modelId="{2EEC7B6A-2CC0-4773-97A6-A53C8935A207}" type="sibTrans" cxnId="{59919FF5-C671-4367-8F4A-F6D56C7C279A}">
      <dgm:prSet/>
      <dgm:spPr>
        <a:solidFill>
          <a:schemeClr val="tx1"/>
        </a:solidFill>
      </dgm:spPr>
      <dgm:t>
        <a:bodyPr/>
        <a:lstStyle/>
        <a:p>
          <a:endParaRPr lang="en-IN"/>
        </a:p>
      </dgm:t>
    </dgm:pt>
    <dgm:pt modelId="{DC43C93B-2D25-4318-978F-4A284D1793DE}" type="pres">
      <dgm:prSet presAssocID="{5498A920-7A85-4D5B-8D93-107B6300E979}" presName="linearFlow" presStyleCnt="0">
        <dgm:presLayoutVars>
          <dgm:resizeHandles val="exact"/>
        </dgm:presLayoutVars>
      </dgm:prSet>
      <dgm:spPr/>
    </dgm:pt>
    <dgm:pt modelId="{4BF191E6-FA16-4E0A-812D-0E36A32EF696}" type="pres">
      <dgm:prSet presAssocID="{74A29460-7B87-43F8-AB1B-1EB3AED32E54}" presName="node" presStyleLbl="node1" presStyleIdx="0" presStyleCnt="4">
        <dgm:presLayoutVars>
          <dgm:bulletEnabled val="1"/>
        </dgm:presLayoutVars>
      </dgm:prSet>
      <dgm:spPr>
        <a:xfrm>
          <a:off x="560012" y="661"/>
          <a:ext cx="1768889" cy="541734"/>
        </a:xfrm>
        <a:prstGeom prst="roundRect">
          <a:avLst>
            <a:gd name="adj" fmla="val 10000"/>
          </a:avLst>
        </a:prstGeom>
      </dgm:spPr>
    </dgm:pt>
    <dgm:pt modelId="{89EB091B-6B5A-4A46-89B8-3EA4CA93D00C}" type="pres">
      <dgm:prSet presAssocID="{56042FB5-17A7-44CA-886F-D7D8CD0928DC}" presName="sibTrans" presStyleLbl="sibTrans2D1" presStyleIdx="0" presStyleCnt="3"/>
      <dgm:spPr/>
    </dgm:pt>
    <dgm:pt modelId="{A30D4A88-06E4-4852-9207-3566BE571D67}" type="pres">
      <dgm:prSet presAssocID="{56042FB5-17A7-44CA-886F-D7D8CD0928DC}" presName="connectorText" presStyleLbl="sibTrans2D1" presStyleIdx="0" presStyleCnt="3"/>
      <dgm:spPr/>
    </dgm:pt>
    <dgm:pt modelId="{C5BFC096-9C0E-43F2-9746-B403EC1A772B}" type="pres">
      <dgm:prSet presAssocID="{967CB98C-CD0C-4CD5-9152-76CF91DA7DA2}" presName="node" presStyleLbl="node1" presStyleIdx="1" presStyleCnt="4">
        <dgm:presLayoutVars>
          <dgm:bulletEnabled val="1"/>
        </dgm:presLayoutVars>
      </dgm:prSet>
      <dgm:spPr>
        <a:xfrm>
          <a:off x="398232" y="813263"/>
          <a:ext cx="2092449" cy="541734"/>
        </a:xfrm>
        <a:prstGeom prst="roundRect">
          <a:avLst>
            <a:gd name="adj" fmla="val 10000"/>
          </a:avLst>
        </a:prstGeom>
      </dgm:spPr>
    </dgm:pt>
    <dgm:pt modelId="{0BACC8A5-6413-46EA-A1BE-506DB941E3B4}" type="pres">
      <dgm:prSet presAssocID="{171D6587-E963-463F-A314-6CC01AA2FFA6}" presName="sibTrans" presStyleLbl="sibTrans2D1" presStyleIdx="1" presStyleCnt="3"/>
      <dgm:spPr/>
    </dgm:pt>
    <dgm:pt modelId="{A3CD2522-B6D1-4130-9885-92B7D7D4BB92}" type="pres">
      <dgm:prSet presAssocID="{171D6587-E963-463F-A314-6CC01AA2FFA6}" presName="connectorText" presStyleLbl="sibTrans2D1" presStyleIdx="1" presStyleCnt="3"/>
      <dgm:spPr/>
    </dgm:pt>
    <dgm:pt modelId="{EA78E8F6-3AC6-4975-9E2B-801EFF170F1A}" type="pres">
      <dgm:prSet presAssocID="{DE777945-9575-4D02-95B3-71E813D9E621}" presName="node" presStyleLbl="node1" presStyleIdx="2" presStyleCnt="4">
        <dgm:presLayoutVars>
          <dgm:bulletEnabled val="1"/>
        </dgm:presLayoutVars>
      </dgm:prSet>
      <dgm:spPr>
        <a:xfrm>
          <a:off x="398232" y="1625864"/>
          <a:ext cx="2092449" cy="541734"/>
        </a:xfrm>
        <a:prstGeom prst="roundRect">
          <a:avLst>
            <a:gd name="adj" fmla="val 10000"/>
          </a:avLst>
        </a:prstGeom>
      </dgm:spPr>
    </dgm:pt>
    <dgm:pt modelId="{8D73EBCC-50FD-4231-9685-2BD677BB49AC}" type="pres">
      <dgm:prSet presAssocID="{646EF8EB-8378-4FB8-A8A2-641B7483084C}" presName="sibTrans" presStyleLbl="sibTrans2D1" presStyleIdx="2" presStyleCnt="3"/>
      <dgm:spPr/>
    </dgm:pt>
    <dgm:pt modelId="{7F6210D0-7347-456A-8D6E-08016D7042BD}" type="pres">
      <dgm:prSet presAssocID="{646EF8EB-8378-4FB8-A8A2-641B7483084C}" presName="connectorText" presStyleLbl="sibTrans2D1" presStyleIdx="2" presStyleCnt="3"/>
      <dgm:spPr/>
    </dgm:pt>
    <dgm:pt modelId="{EF0A9DC1-B37E-47AC-B922-C8C33D1F57D3}" type="pres">
      <dgm:prSet presAssocID="{FC947577-0188-4B74-9829-D408340C14BE}" presName="node" presStyleLbl="node1" presStyleIdx="3" presStyleCnt="4" custScaleY="133062">
        <dgm:presLayoutVars>
          <dgm:bulletEnabled val="1"/>
        </dgm:presLayoutVars>
      </dgm:prSet>
      <dgm:spPr>
        <a:xfrm>
          <a:off x="398232" y="3251067"/>
          <a:ext cx="2092449" cy="541734"/>
        </a:xfrm>
        <a:prstGeom prst="roundRect">
          <a:avLst>
            <a:gd name="adj" fmla="val 10000"/>
          </a:avLst>
        </a:prstGeom>
      </dgm:spPr>
    </dgm:pt>
  </dgm:ptLst>
  <dgm:cxnLst>
    <dgm:cxn modelId="{DBC7D828-0F0C-48E1-BA46-153A87050BCE}" type="presOf" srcId="{646EF8EB-8378-4FB8-A8A2-641B7483084C}" destId="{7F6210D0-7347-456A-8D6E-08016D7042BD}" srcOrd="1" destOrd="0" presId="urn:microsoft.com/office/officeart/2005/8/layout/process2"/>
    <dgm:cxn modelId="{176EA540-7DA9-4C75-B5D7-81D64E76A863}" srcId="{5498A920-7A85-4D5B-8D93-107B6300E979}" destId="{DE777945-9575-4D02-95B3-71E813D9E621}" srcOrd="2" destOrd="0" parTransId="{285913F9-E126-4237-B010-B09CF62F2868}" sibTransId="{646EF8EB-8378-4FB8-A8A2-641B7483084C}"/>
    <dgm:cxn modelId="{8B54AC61-7232-4B92-BE19-5552A858EB49}" type="presOf" srcId="{171D6587-E963-463F-A314-6CC01AA2FFA6}" destId="{0BACC8A5-6413-46EA-A1BE-506DB941E3B4}" srcOrd="0" destOrd="0" presId="urn:microsoft.com/office/officeart/2005/8/layout/process2"/>
    <dgm:cxn modelId="{B2F83B42-DF1A-431F-95F4-AA5C91D7A0C9}" type="presOf" srcId="{74A29460-7B87-43F8-AB1B-1EB3AED32E54}" destId="{4BF191E6-FA16-4E0A-812D-0E36A32EF696}" srcOrd="0" destOrd="0" presId="urn:microsoft.com/office/officeart/2005/8/layout/process2"/>
    <dgm:cxn modelId="{12FDD163-4E21-4CB1-BA96-3FF4B219CAA6}" type="presOf" srcId="{5498A920-7A85-4D5B-8D93-107B6300E979}" destId="{DC43C93B-2D25-4318-978F-4A284D1793DE}" srcOrd="0" destOrd="0" presId="urn:microsoft.com/office/officeart/2005/8/layout/process2"/>
    <dgm:cxn modelId="{6FC9F956-7E6E-4E0A-99B1-7FC861EE718B}" type="presOf" srcId="{967CB98C-CD0C-4CD5-9152-76CF91DA7DA2}" destId="{C5BFC096-9C0E-43F2-9746-B403EC1A772B}" srcOrd="0" destOrd="0" presId="urn:microsoft.com/office/officeart/2005/8/layout/process2"/>
    <dgm:cxn modelId="{0AE17C83-9D72-4645-8945-7110F4086426}" srcId="{5498A920-7A85-4D5B-8D93-107B6300E979}" destId="{74A29460-7B87-43F8-AB1B-1EB3AED32E54}" srcOrd="0" destOrd="0" parTransId="{1A081B5B-7DEC-4CF2-A0C3-5B19293BB41B}" sibTransId="{56042FB5-17A7-44CA-886F-D7D8CD0928DC}"/>
    <dgm:cxn modelId="{DC013C96-1AB0-4707-9BE4-8FDD1862D293}" type="presOf" srcId="{646EF8EB-8378-4FB8-A8A2-641B7483084C}" destId="{8D73EBCC-50FD-4231-9685-2BD677BB49AC}" srcOrd="0" destOrd="0" presId="urn:microsoft.com/office/officeart/2005/8/layout/process2"/>
    <dgm:cxn modelId="{4E6282AA-B1D3-4FD2-884F-01728F8A8117}" srcId="{5498A920-7A85-4D5B-8D93-107B6300E979}" destId="{967CB98C-CD0C-4CD5-9152-76CF91DA7DA2}" srcOrd="1" destOrd="0" parTransId="{1C2EA589-B00D-4D2B-A86D-31A664BDD6F9}" sibTransId="{171D6587-E963-463F-A314-6CC01AA2FFA6}"/>
    <dgm:cxn modelId="{202809CF-A695-456C-B014-F25EA4756E2C}" type="presOf" srcId="{DE777945-9575-4D02-95B3-71E813D9E621}" destId="{EA78E8F6-3AC6-4975-9E2B-801EFF170F1A}" srcOrd="0" destOrd="0" presId="urn:microsoft.com/office/officeart/2005/8/layout/process2"/>
    <dgm:cxn modelId="{57E6B4D4-8AAE-4CF4-8486-B11CF2A6B3DA}" type="presOf" srcId="{56042FB5-17A7-44CA-886F-D7D8CD0928DC}" destId="{89EB091B-6B5A-4A46-89B8-3EA4CA93D00C}" srcOrd="0" destOrd="0" presId="urn:microsoft.com/office/officeart/2005/8/layout/process2"/>
    <dgm:cxn modelId="{ED1E3FDB-1D4A-4395-8D85-B509590DBEAA}" type="presOf" srcId="{171D6587-E963-463F-A314-6CC01AA2FFA6}" destId="{A3CD2522-B6D1-4130-9885-92B7D7D4BB92}" srcOrd="1" destOrd="0" presId="urn:microsoft.com/office/officeart/2005/8/layout/process2"/>
    <dgm:cxn modelId="{39C948ED-47DE-44C7-8C43-41740AF3CFE7}" type="presOf" srcId="{56042FB5-17A7-44CA-886F-D7D8CD0928DC}" destId="{A30D4A88-06E4-4852-9207-3566BE571D67}" srcOrd="1" destOrd="0" presId="urn:microsoft.com/office/officeart/2005/8/layout/process2"/>
    <dgm:cxn modelId="{11A321F2-8364-431A-BD9F-51AE2DDBE79D}" type="presOf" srcId="{FC947577-0188-4B74-9829-D408340C14BE}" destId="{EF0A9DC1-B37E-47AC-B922-C8C33D1F57D3}" srcOrd="0" destOrd="0" presId="urn:microsoft.com/office/officeart/2005/8/layout/process2"/>
    <dgm:cxn modelId="{59919FF5-C671-4367-8F4A-F6D56C7C279A}" srcId="{5498A920-7A85-4D5B-8D93-107B6300E979}" destId="{FC947577-0188-4B74-9829-D408340C14BE}" srcOrd="3" destOrd="0" parTransId="{02C73441-F4BD-434E-8EFB-1D35EC5A5FA2}" sibTransId="{2EEC7B6A-2CC0-4773-97A6-A53C8935A207}"/>
    <dgm:cxn modelId="{5C224FFC-97B6-444C-B9A8-54A2CEEB5D4C}" type="presParOf" srcId="{DC43C93B-2D25-4318-978F-4A284D1793DE}" destId="{4BF191E6-FA16-4E0A-812D-0E36A32EF696}" srcOrd="0" destOrd="0" presId="urn:microsoft.com/office/officeart/2005/8/layout/process2"/>
    <dgm:cxn modelId="{A3388E6A-38DE-421D-BF8E-660BEF11D1AF}" type="presParOf" srcId="{DC43C93B-2D25-4318-978F-4A284D1793DE}" destId="{89EB091B-6B5A-4A46-89B8-3EA4CA93D00C}" srcOrd="1" destOrd="0" presId="urn:microsoft.com/office/officeart/2005/8/layout/process2"/>
    <dgm:cxn modelId="{4861CF8A-0B0B-489C-9C26-1C261AB87335}" type="presParOf" srcId="{89EB091B-6B5A-4A46-89B8-3EA4CA93D00C}" destId="{A30D4A88-06E4-4852-9207-3566BE571D67}" srcOrd="0" destOrd="0" presId="urn:microsoft.com/office/officeart/2005/8/layout/process2"/>
    <dgm:cxn modelId="{1E9D3889-76E5-4D39-9E1C-C44EDCDB6036}" type="presParOf" srcId="{DC43C93B-2D25-4318-978F-4A284D1793DE}" destId="{C5BFC096-9C0E-43F2-9746-B403EC1A772B}" srcOrd="2" destOrd="0" presId="urn:microsoft.com/office/officeart/2005/8/layout/process2"/>
    <dgm:cxn modelId="{4A3A484E-E40A-49E7-82DC-42BAB38072E5}" type="presParOf" srcId="{DC43C93B-2D25-4318-978F-4A284D1793DE}" destId="{0BACC8A5-6413-46EA-A1BE-506DB941E3B4}" srcOrd="3" destOrd="0" presId="urn:microsoft.com/office/officeart/2005/8/layout/process2"/>
    <dgm:cxn modelId="{2220DF40-2C64-4F75-BB58-2ACCBB1379AA}" type="presParOf" srcId="{0BACC8A5-6413-46EA-A1BE-506DB941E3B4}" destId="{A3CD2522-B6D1-4130-9885-92B7D7D4BB92}" srcOrd="0" destOrd="0" presId="urn:microsoft.com/office/officeart/2005/8/layout/process2"/>
    <dgm:cxn modelId="{9C5E29C1-0457-4B60-9CB1-FCC35460A14F}" type="presParOf" srcId="{DC43C93B-2D25-4318-978F-4A284D1793DE}" destId="{EA78E8F6-3AC6-4975-9E2B-801EFF170F1A}" srcOrd="4" destOrd="0" presId="urn:microsoft.com/office/officeart/2005/8/layout/process2"/>
    <dgm:cxn modelId="{AD292F8B-D82F-496B-BD87-0A537146AD94}" type="presParOf" srcId="{DC43C93B-2D25-4318-978F-4A284D1793DE}" destId="{8D73EBCC-50FD-4231-9685-2BD677BB49AC}" srcOrd="5" destOrd="0" presId="urn:microsoft.com/office/officeart/2005/8/layout/process2"/>
    <dgm:cxn modelId="{6390C29B-7DC6-4620-9872-A57D1A8832E0}" type="presParOf" srcId="{8D73EBCC-50FD-4231-9685-2BD677BB49AC}" destId="{7F6210D0-7347-456A-8D6E-08016D7042BD}" srcOrd="0" destOrd="0" presId="urn:microsoft.com/office/officeart/2005/8/layout/process2"/>
    <dgm:cxn modelId="{A194056E-F45E-419C-A9BE-CA9294A3A63D}" type="presParOf" srcId="{DC43C93B-2D25-4318-978F-4A284D1793DE}" destId="{EF0A9DC1-B37E-47AC-B922-C8C33D1F57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027C6F-0FA1-46AA-9363-1B5DAE972F28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A2314EE-44A7-43A5-A099-688231365789}">
      <dgm:prSet phldrT="[Text]"/>
      <dgm:spPr/>
      <dgm:t>
        <a:bodyPr/>
        <a:lstStyle/>
        <a:p>
          <a:r>
            <a:rPr lang="en-IN" dirty="0">
              <a:latin typeface="Comic Sans MS" panose="030F0702030302020204" pitchFamily="66" charset="0"/>
            </a:rPr>
            <a:t>Docker Engine</a:t>
          </a:r>
        </a:p>
      </dgm:t>
    </dgm:pt>
    <dgm:pt modelId="{19BF60EA-E844-4753-AECF-7D74627242B2}" type="parTrans" cxnId="{9F2FFB4D-3E41-4E8B-BA20-F930C82B923F}">
      <dgm:prSet/>
      <dgm:spPr/>
      <dgm:t>
        <a:bodyPr/>
        <a:lstStyle/>
        <a:p>
          <a:endParaRPr lang="en-IN"/>
        </a:p>
      </dgm:t>
    </dgm:pt>
    <dgm:pt modelId="{E37F8F43-648D-4CC7-842C-AA0FF9A726A7}" type="sibTrans" cxnId="{9F2FFB4D-3E41-4E8B-BA20-F930C82B923F}">
      <dgm:prSet/>
      <dgm:spPr/>
      <dgm:t>
        <a:bodyPr/>
        <a:lstStyle/>
        <a:p>
          <a:endParaRPr lang="en-IN"/>
        </a:p>
      </dgm:t>
    </dgm:pt>
    <dgm:pt modelId="{88C1D6B9-0A03-4304-8BB9-159A8988D1D8}">
      <dgm:prSet phldrT="[Text]"/>
      <dgm:spPr/>
      <dgm:t>
        <a:bodyPr/>
        <a:lstStyle/>
        <a:p>
          <a:r>
            <a:rPr lang="en-IN" dirty="0">
              <a:latin typeface="Comic Sans MS" panose="030F0702030302020204" pitchFamily="66" charset="0"/>
            </a:rPr>
            <a:t>Prometheus</a:t>
          </a:r>
        </a:p>
      </dgm:t>
    </dgm:pt>
    <dgm:pt modelId="{592F6386-0D2F-4311-96F1-2502E31ADAED}" type="parTrans" cxnId="{132BAFD4-A12F-4A34-B0B3-187B83A8D0F4}">
      <dgm:prSet/>
      <dgm:spPr/>
      <dgm:t>
        <a:bodyPr/>
        <a:lstStyle/>
        <a:p>
          <a:endParaRPr lang="en-IN"/>
        </a:p>
      </dgm:t>
    </dgm:pt>
    <dgm:pt modelId="{2F72F70C-F3AA-4F61-81CC-504B18B2011C}" type="sibTrans" cxnId="{132BAFD4-A12F-4A34-B0B3-187B83A8D0F4}">
      <dgm:prSet/>
      <dgm:spPr/>
      <dgm:t>
        <a:bodyPr/>
        <a:lstStyle/>
        <a:p>
          <a:endParaRPr lang="en-IN"/>
        </a:p>
      </dgm:t>
    </dgm:pt>
    <dgm:pt modelId="{79E6136F-03E6-4C24-BF61-ED12C4596F39}">
      <dgm:prSet phldrT="[Text]"/>
      <dgm:spPr/>
      <dgm:t>
        <a:bodyPr/>
        <a:lstStyle/>
        <a:p>
          <a:r>
            <a:rPr lang="en-IN" dirty="0">
              <a:latin typeface="Comic Sans MS" panose="030F0702030302020204" pitchFamily="66" charset="0"/>
            </a:rPr>
            <a:t>Grafana</a:t>
          </a:r>
        </a:p>
      </dgm:t>
    </dgm:pt>
    <dgm:pt modelId="{D461AE00-8FEF-48A3-AFB1-2FEADD6BFAB1}" type="parTrans" cxnId="{4BC72AC3-610E-494A-AB8C-931886FF96DE}">
      <dgm:prSet/>
      <dgm:spPr/>
      <dgm:t>
        <a:bodyPr/>
        <a:lstStyle/>
        <a:p>
          <a:endParaRPr lang="en-IN"/>
        </a:p>
      </dgm:t>
    </dgm:pt>
    <dgm:pt modelId="{512CD6D6-9E0C-4AD5-9612-DF78364D6112}" type="sibTrans" cxnId="{4BC72AC3-610E-494A-AB8C-931886FF96DE}">
      <dgm:prSet/>
      <dgm:spPr/>
      <dgm:t>
        <a:bodyPr/>
        <a:lstStyle/>
        <a:p>
          <a:endParaRPr lang="en-IN"/>
        </a:p>
      </dgm:t>
    </dgm:pt>
    <dgm:pt modelId="{17EEF712-7491-43C3-A2CF-792DE7D6A9BB}">
      <dgm:prSet phldrT="[Text]"/>
      <dgm:spPr/>
      <dgm:t>
        <a:bodyPr/>
        <a:lstStyle/>
        <a:p>
          <a:r>
            <a:rPr lang="en-IN" dirty="0">
              <a:latin typeface="Comic Sans MS" panose="030F0702030302020204" pitchFamily="66" charset="0"/>
            </a:rPr>
            <a:t>Alertmanager</a:t>
          </a:r>
        </a:p>
      </dgm:t>
    </dgm:pt>
    <dgm:pt modelId="{AAE8ABE3-9581-4E85-897F-AD8965F4A54B}" type="parTrans" cxnId="{1A3DD84B-148C-4F6F-BDDE-94BFD83E4040}">
      <dgm:prSet/>
      <dgm:spPr/>
      <dgm:t>
        <a:bodyPr/>
        <a:lstStyle/>
        <a:p>
          <a:endParaRPr lang="en-IN"/>
        </a:p>
      </dgm:t>
    </dgm:pt>
    <dgm:pt modelId="{91D83C4C-C746-408B-824A-13FD49BE28F0}" type="sibTrans" cxnId="{1A3DD84B-148C-4F6F-BDDE-94BFD83E4040}">
      <dgm:prSet/>
      <dgm:spPr/>
      <dgm:t>
        <a:bodyPr/>
        <a:lstStyle/>
        <a:p>
          <a:endParaRPr lang="en-IN"/>
        </a:p>
      </dgm:t>
    </dgm:pt>
    <dgm:pt modelId="{9D704627-3A70-4D4A-A38F-B5E980D8A3BF}" type="pres">
      <dgm:prSet presAssocID="{72027C6F-0FA1-46AA-9363-1B5DAE972F28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87C5AE9-B2E7-4235-A66A-F311C325A13E}" type="pres">
      <dgm:prSet presAssocID="{CA2314EE-44A7-43A5-A099-688231365789}" presName="hierRoot1" presStyleCnt="0">
        <dgm:presLayoutVars>
          <dgm:hierBranch val="init"/>
        </dgm:presLayoutVars>
      </dgm:prSet>
      <dgm:spPr/>
    </dgm:pt>
    <dgm:pt modelId="{CCF82DB6-B4E6-4380-8FC8-8533E16E62E8}" type="pres">
      <dgm:prSet presAssocID="{CA2314EE-44A7-43A5-A099-688231365789}" presName="rootComposite1" presStyleCnt="0"/>
      <dgm:spPr/>
    </dgm:pt>
    <dgm:pt modelId="{A457583F-8B40-4CF7-B6E4-29DE95EF6116}" type="pres">
      <dgm:prSet presAssocID="{CA2314EE-44A7-43A5-A099-688231365789}" presName="rootText1" presStyleLbl="alignAcc1" presStyleIdx="0" presStyleCnt="0">
        <dgm:presLayoutVars>
          <dgm:chPref val="3"/>
        </dgm:presLayoutVars>
      </dgm:prSet>
      <dgm:spPr/>
    </dgm:pt>
    <dgm:pt modelId="{6F0BD066-AAA6-4B1B-BC6B-F4439FEC4DA5}" type="pres">
      <dgm:prSet presAssocID="{CA2314EE-44A7-43A5-A099-688231365789}" presName="topArc1" presStyleLbl="parChTrans1D1" presStyleIdx="0" presStyleCnt="8"/>
      <dgm:spPr/>
    </dgm:pt>
    <dgm:pt modelId="{41682481-EAC9-4928-8AA6-C23E675E60BB}" type="pres">
      <dgm:prSet presAssocID="{CA2314EE-44A7-43A5-A099-688231365789}" presName="bottomArc1" presStyleLbl="parChTrans1D1" presStyleIdx="1" presStyleCnt="8"/>
      <dgm:spPr/>
    </dgm:pt>
    <dgm:pt modelId="{7FC96B34-C2B0-4780-A238-CE79E16DF1F7}" type="pres">
      <dgm:prSet presAssocID="{CA2314EE-44A7-43A5-A099-688231365789}" presName="topConnNode1" presStyleLbl="node1" presStyleIdx="0" presStyleCnt="0"/>
      <dgm:spPr/>
    </dgm:pt>
    <dgm:pt modelId="{99CE7F3D-7418-43C9-8065-36173452F586}" type="pres">
      <dgm:prSet presAssocID="{CA2314EE-44A7-43A5-A099-688231365789}" presName="hierChild2" presStyleCnt="0"/>
      <dgm:spPr/>
    </dgm:pt>
    <dgm:pt modelId="{A3EC6117-F0A4-4A4C-8AA1-07D17DCC0258}" type="pres">
      <dgm:prSet presAssocID="{592F6386-0D2F-4311-96F1-2502E31ADAED}" presName="Name28" presStyleLbl="parChTrans1D2" presStyleIdx="0" presStyleCnt="3"/>
      <dgm:spPr/>
    </dgm:pt>
    <dgm:pt modelId="{A30C59FF-4F79-421C-B4E4-5E3506855292}" type="pres">
      <dgm:prSet presAssocID="{88C1D6B9-0A03-4304-8BB9-159A8988D1D8}" presName="hierRoot2" presStyleCnt="0">
        <dgm:presLayoutVars>
          <dgm:hierBranch val="init"/>
        </dgm:presLayoutVars>
      </dgm:prSet>
      <dgm:spPr/>
    </dgm:pt>
    <dgm:pt modelId="{5F6F58E3-DD18-49B2-8D8E-87B6C361AA9C}" type="pres">
      <dgm:prSet presAssocID="{88C1D6B9-0A03-4304-8BB9-159A8988D1D8}" presName="rootComposite2" presStyleCnt="0"/>
      <dgm:spPr/>
    </dgm:pt>
    <dgm:pt modelId="{EAE395B8-7F72-464C-B2BD-750983558621}" type="pres">
      <dgm:prSet presAssocID="{88C1D6B9-0A03-4304-8BB9-159A8988D1D8}" presName="rootText2" presStyleLbl="alignAcc1" presStyleIdx="0" presStyleCnt="0">
        <dgm:presLayoutVars>
          <dgm:chPref val="3"/>
        </dgm:presLayoutVars>
      </dgm:prSet>
      <dgm:spPr/>
    </dgm:pt>
    <dgm:pt modelId="{002BE9E5-BBE7-4F7A-8A64-89D5CF415991}" type="pres">
      <dgm:prSet presAssocID="{88C1D6B9-0A03-4304-8BB9-159A8988D1D8}" presName="topArc2" presStyleLbl="parChTrans1D1" presStyleIdx="2" presStyleCnt="8"/>
      <dgm:spPr/>
    </dgm:pt>
    <dgm:pt modelId="{B155A1BA-E04A-4A51-A473-ABB2CC9F0678}" type="pres">
      <dgm:prSet presAssocID="{88C1D6B9-0A03-4304-8BB9-159A8988D1D8}" presName="bottomArc2" presStyleLbl="parChTrans1D1" presStyleIdx="3" presStyleCnt="8"/>
      <dgm:spPr/>
    </dgm:pt>
    <dgm:pt modelId="{B6A2AC03-02AB-438E-BC3D-D98C37AF5FC6}" type="pres">
      <dgm:prSet presAssocID="{88C1D6B9-0A03-4304-8BB9-159A8988D1D8}" presName="topConnNode2" presStyleLbl="node2" presStyleIdx="0" presStyleCnt="0"/>
      <dgm:spPr/>
    </dgm:pt>
    <dgm:pt modelId="{8A215C07-1A5D-43C6-B0B7-92CF7602C4B1}" type="pres">
      <dgm:prSet presAssocID="{88C1D6B9-0A03-4304-8BB9-159A8988D1D8}" presName="hierChild4" presStyleCnt="0"/>
      <dgm:spPr/>
    </dgm:pt>
    <dgm:pt modelId="{B071A162-E215-4466-BEF5-CA0D363495B8}" type="pres">
      <dgm:prSet presAssocID="{88C1D6B9-0A03-4304-8BB9-159A8988D1D8}" presName="hierChild5" presStyleCnt="0"/>
      <dgm:spPr/>
    </dgm:pt>
    <dgm:pt modelId="{D8D846DC-F5D1-424F-A371-B1A58D2858C8}" type="pres">
      <dgm:prSet presAssocID="{D461AE00-8FEF-48A3-AFB1-2FEADD6BFAB1}" presName="Name28" presStyleLbl="parChTrans1D2" presStyleIdx="1" presStyleCnt="3"/>
      <dgm:spPr/>
    </dgm:pt>
    <dgm:pt modelId="{94C2856F-7EF8-4D7F-977D-109F02F7315A}" type="pres">
      <dgm:prSet presAssocID="{79E6136F-03E6-4C24-BF61-ED12C4596F39}" presName="hierRoot2" presStyleCnt="0">
        <dgm:presLayoutVars>
          <dgm:hierBranch val="init"/>
        </dgm:presLayoutVars>
      </dgm:prSet>
      <dgm:spPr/>
    </dgm:pt>
    <dgm:pt modelId="{625DB3E8-2121-45E0-B3D1-9D08BFA23456}" type="pres">
      <dgm:prSet presAssocID="{79E6136F-03E6-4C24-BF61-ED12C4596F39}" presName="rootComposite2" presStyleCnt="0"/>
      <dgm:spPr/>
    </dgm:pt>
    <dgm:pt modelId="{69579A7A-7BEE-472E-B613-329EE12C0167}" type="pres">
      <dgm:prSet presAssocID="{79E6136F-03E6-4C24-BF61-ED12C4596F39}" presName="rootText2" presStyleLbl="alignAcc1" presStyleIdx="0" presStyleCnt="0">
        <dgm:presLayoutVars>
          <dgm:chPref val="3"/>
        </dgm:presLayoutVars>
      </dgm:prSet>
      <dgm:spPr/>
    </dgm:pt>
    <dgm:pt modelId="{B4984FAC-313C-481B-A138-E3CE32C5137D}" type="pres">
      <dgm:prSet presAssocID="{79E6136F-03E6-4C24-BF61-ED12C4596F39}" presName="topArc2" presStyleLbl="parChTrans1D1" presStyleIdx="4" presStyleCnt="8"/>
      <dgm:spPr/>
    </dgm:pt>
    <dgm:pt modelId="{6110A559-6129-446E-9939-52513657221C}" type="pres">
      <dgm:prSet presAssocID="{79E6136F-03E6-4C24-BF61-ED12C4596F39}" presName="bottomArc2" presStyleLbl="parChTrans1D1" presStyleIdx="5" presStyleCnt="8"/>
      <dgm:spPr/>
    </dgm:pt>
    <dgm:pt modelId="{36F9B6CF-4AD7-47B5-9AFE-249E729FE85B}" type="pres">
      <dgm:prSet presAssocID="{79E6136F-03E6-4C24-BF61-ED12C4596F39}" presName="topConnNode2" presStyleLbl="node2" presStyleIdx="0" presStyleCnt="0"/>
      <dgm:spPr/>
    </dgm:pt>
    <dgm:pt modelId="{5BF62B2A-0C75-4FEE-8BCB-A2CF15057805}" type="pres">
      <dgm:prSet presAssocID="{79E6136F-03E6-4C24-BF61-ED12C4596F39}" presName="hierChild4" presStyleCnt="0"/>
      <dgm:spPr/>
    </dgm:pt>
    <dgm:pt modelId="{A9D07697-D678-4573-A9E3-B3C43DC3DBB2}" type="pres">
      <dgm:prSet presAssocID="{79E6136F-03E6-4C24-BF61-ED12C4596F39}" presName="hierChild5" presStyleCnt="0"/>
      <dgm:spPr/>
    </dgm:pt>
    <dgm:pt modelId="{45033F82-A20D-45BD-8979-5AEF38DDFBE9}" type="pres">
      <dgm:prSet presAssocID="{AAE8ABE3-9581-4E85-897F-AD8965F4A54B}" presName="Name28" presStyleLbl="parChTrans1D2" presStyleIdx="2" presStyleCnt="3"/>
      <dgm:spPr/>
    </dgm:pt>
    <dgm:pt modelId="{903959D7-4431-4578-B116-B046EF00897E}" type="pres">
      <dgm:prSet presAssocID="{17EEF712-7491-43C3-A2CF-792DE7D6A9BB}" presName="hierRoot2" presStyleCnt="0">
        <dgm:presLayoutVars>
          <dgm:hierBranch val="init"/>
        </dgm:presLayoutVars>
      </dgm:prSet>
      <dgm:spPr/>
    </dgm:pt>
    <dgm:pt modelId="{E49E5E7D-CDCE-41B3-B0C6-5A2E31F25EF4}" type="pres">
      <dgm:prSet presAssocID="{17EEF712-7491-43C3-A2CF-792DE7D6A9BB}" presName="rootComposite2" presStyleCnt="0"/>
      <dgm:spPr/>
    </dgm:pt>
    <dgm:pt modelId="{59E4F749-5828-4BA8-8154-1216B000D7DE}" type="pres">
      <dgm:prSet presAssocID="{17EEF712-7491-43C3-A2CF-792DE7D6A9BB}" presName="rootText2" presStyleLbl="alignAcc1" presStyleIdx="0" presStyleCnt="0">
        <dgm:presLayoutVars>
          <dgm:chPref val="3"/>
        </dgm:presLayoutVars>
      </dgm:prSet>
      <dgm:spPr/>
    </dgm:pt>
    <dgm:pt modelId="{49F6A792-F7E7-42FE-918A-BC334A189B2B}" type="pres">
      <dgm:prSet presAssocID="{17EEF712-7491-43C3-A2CF-792DE7D6A9BB}" presName="topArc2" presStyleLbl="parChTrans1D1" presStyleIdx="6" presStyleCnt="8"/>
      <dgm:spPr/>
    </dgm:pt>
    <dgm:pt modelId="{64CF8417-1A1B-46A1-A159-F22C77E2747D}" type="pres">
      <dgm:prSet presAssocID="{17EEF712-7491-43C3-A2CF-792DE7D6A9BB}" presName="bottomArc2" presStyleLbl="parChTrans1D1" presStyleIdx="7" presStyleCnt="8"/>
      <dgm:spPr/>
    </dgm:pt>
    <dgm:pt modelId="{78739B97-9C6C-4846-9229-820F03005A95}" type="pres">
      <dgm:prSet presAssocID="{17EEF712-7491-43C3-A2CF-792DE7D6A9BB}" presName="topConnNode2" presStyleLbl="node2" presStyleIdx="0" presStyleCnt="0"/>
      <dgm:spPr/>
    </dgm:pt>
    <dgm:pt modelId="{7ED448DC-9AD1-46CA-B208-7DBDC7782B69}" type="pres">
      <dgm:prSet presAssocID="{17EEF712-7491-43C3-A2CF-792DE7D6A9BB}" presName="hierChild4" presStyleCnt="0"/>
      <dgm:spPr/>
    </dgm:pt>
    <dgm:pt modelId="{11E8D2DA-9BAA-4DF6-96A7-FD58AA6E8240}" type="pres">
      <dgm:prSet presAssocID="{17EEF712-7491-43C3-A2CF-792DE7D6A9BB}" presName="hierChild5" presStyleCnt="0"/>
      <dgm:spPr/>
    </dgm:pt>
    <dgm:pt modelId="{0C7DE410-B826-43AE-9B45-E56A1A0A1571}" type="pres">
      <dgm:prSet presAssocID="{CA2314EE-44A7-43A5-A099-688231365789}" presName="hierChild3" presStyleCnt="0"/>
      <dgm:spPr/>
    </dgm:pt>
  </dgm:ptLst>
  <dgm:cxnLst>
    <dgm:cxn modelId="{BABF3304-4993-4139-9EA4-7D1E8ABF1BBB}" type="presOf" srcId="{592F6386-0D2F-4311-96F1-2502E31ADAED}" destId="{A3EC6117-F0A4-4A4C-8AA1-07D17DCC0258}" srcOrd="0" destOrd="0" presId="urn:microsoft.com/office/officeart/2008/layout/HalfCircleOrganizationChart"/>
    <dgm:cxn modelId="{CF145910-07D9-4368-8312-5BFDE1D24BD0}" type="presOf" srcId="{AAE8ABE3-9581-4E85-897F-AD8965F4A54B}" destId="{45033F82-A20D-45BD-8979-5AEF38DDFBE9}" srcOrd="0" destOrd="0" presId="urn:microsoft.com/office/officeart/2008/layout/HalfCircleOrganizationChart"/>
    <dgm:cxn modelId="{5E58622D-BCE1-4753-896C-D7A7F6843DBC}" type="presOf" srcId="{17EEF712-7491-43C3-A2CF-792DE7D6A9BB}" destId="{59E4F749-5828-4BA8-8154-1216B000D7DE}" srcOrd="0" destOrd="0" presId="urn:microsoft.com/office/officeart/2008/layout/HalfCircleOrganizationChart"/>
    <dgm:cxn modelId="{1A3DD84B-148C-4F6F-BDDE-94BFD83E4040}" srcId="{CA2314EE-44A7-43A5-A099-688231365789}" destId="{17EEF712-7491-43C3-A2CF-792DE7D6A9BB}" srcOrd="2" destOrd="0" parTransId="{AAE8ABE3-9581-4E85-897F-AD8965F4A54B}" sibTransId="{91D83C4C-C746-408B-824A-13FD49BE28F0}"/>
    <dgm:cxn modelId="{9F2FFB4D-3E41-4E8B-BA20-F930C82B923F}" srcId="{72027C6F-0FA1-46AA-9363-1B5DAE972F28}" destId="{CA2314EE-44A7-43A5-A099-688231365789}" srcOrd="0" destOrd="0" parTransId="{19BF60EA-E844-4753-AECF-7D74627242B2}" sibTransId="{E37F8F43-648D-4CC7-842C-AA0FF9A726A7}"/>
    <dgm:cxn modelId="{04E9926F-F54E-44D3-A70C-4B5B72931775}" type="presOf" srcId="{88C1D6B9-0A03-4304-8BB9-159A8988D1D8}" destId="{EAE395B8-7F72-464C-B2BD-750983558621}" srcOrd="0" destOrd="0" presId="urn:microsoft.com/office/officeart/2008/layout/HalfCircleOrganizationChart"/>
    <dgm:cxn modelId="{713C3776-8E9C-4E32-B269-1572147893E6}" type="presOf" srcId="{CA2314EE-44A7-43A5-A099-688231365789}" destId="{7FC96B34-C2B0-4780-A238-CE79E16DF1F7}" srcOrd="1" destOrd="0" presId="urn:microsoft.com/office/officeart/2008/layout/HalfCircleOrganizationChart"/>
    <dgm:cxn modelId="{A0215285-BF21-4E66-B13A-D5F90851FE00}" type="presOf" srcId="{D461AE00-8FEF-48A3-AFB1-2FEADD6BFAB1}" destId="{D8D846DC-F5D1-424F-A371-B1A58D2858C8}" srcOrd="0" destOrd="0" presId="urn:microsoft.com/office/officeart/2008/layout/HalfCircleOrganizationChart"/>
    <dgm:cxn modelId="{2D93848B-8CF4-418C-9A7F-9ED55CC6BAB0}" type="presOf" srcId="{17EEF712-7491-43C3-A2CF-792DE7D6A9BB}" destId="{78739B97-9C6C-4846-9229-820F03005A95}" srcOrd="1" destOrd="0" presId="urn:microsoft.com/office/officeart/2008/layout/HalfCircleOrganizationChart"/>
    <dgm:cxn modelId="{10F13AA1-CAFB-490E-90F9-F4E68B1AA606}" type="presOf" srcId="{79E6136F-03E6-4C24-BF61-ED12C4596F39}" destId="{36F9B6CF-4AD7-47B5-9AFE-249E729FE85B}" srcOrd="1" destOrd="0" presId="urn:microsoft.com/office/officeart/2008/layout/HalfCircleOrganizationChart"/>
    <dgm:cxn modelId="{900B72B2-93AA-4CD6-961A-439C70EC7FBD}" type="presOf" srcId="{CA2314EE-44A7-43A5-A099-688231365789}" destId="{A457583F-8B40-4CF7-B6E4-29DE95EF6116}" srcOrd="0" destOrd="0" presId="urn:microsoft.com/office/officeart/2008/layout/HalfCircleOrganizationChart"/>
    <dgm:cxn modelId="{4BC72AC3-610E-494A-AB8C-931886FF96DE}" srcId="{CA2314EE-44A7-43A5-A099-688231365789}" destId="{79E6136F-03E6-4C24-BF61-ED12C4596F39}" srcOrd="1" destOrd="0" parTransId="{D461AE00-8FEF-48A3-AFB1-2FEADD6BFAB1}" sibTransId="{512CD6D6-9E0C-4AD5-9612-DF78364D6112}"/>
    <dgm:cxn modelId="{132BAFD4-A12F-4A34-B0B3-187B83A8D0F4}" srcId="{CA2314EE-44A7-43A5-A099-688231365789}" destId="{88C1D6B9-0A03-4304-8BB9-159A8988D1D8}" srcOrd="0" destOrd="0" parTransId="{592F6386-0D2F-4311-96F1-2502E31ADAED}" sibTransId="{2F72F70C-F3AA-4F61-81CC-504B18B2011C}"/>
    <dgm:cxn modelId="{E34A7EE4-C6D9-4962-945E-36258F564709}" type="presOf" srcId="{72027C6F-0FA1-46AA-9363-1B5DAE972F28}" destId="{9D704627-3A70-4D4A-A38F-B5E980D8A3BF}" srcOrd="0" destOrd="0" presId="urn:microsoft.com/office/officeart/2008/layout/HalfCircleOrganizationChart"/>
    <dgm:cxn modelId="{2E83C1FB-0EA0-4A57-8631-8432D45F25F6}" type="presOf" srcId="{88C1D6B9-0A03-4304-8BB9-159A8988D1D8}" destId="{B6A2AC03-02AB-438E-BC3D-D98C37AF5FC6}" srcOrd="1" destOrd="0" presId="urn:microsoft.com/office/officeart/2008/layout/HalfCircleOrganizationChart"/>
    <dgm:cxn modelId="{FB74C6FD-C6B5-4474-B8F2-45BDB3DB1FB2}" type="presOf" srcId="{79E6136F-03E6-4C24-BF61-ED12C4596F39}" destId="{69579A7A-7BEE-472E-B613-329EE12C0167}" srcOrd="0" destOrd="0" presId="urn:microsoft.com/office/officeart/2008/layout/HalfCircleOrganizationChart"/>
    <dgm:cxn modelId="{244D39C7-6875-4059-B1ED-59C4CE7A31FB}" type="presParOf" srcId="{9D704627-3A70-4D4A-A38F-B5E980D8A3BF}" destId="{E87C5AE9-B2E7-4235-A66A-F311C325A13E}" srcOrd="0" destOrd="0" presId="urn:microsoft.com/office/officeart/2008/layout/HalfCircleOrganizationChart"/>
    <dgm:cxn modelId="{0D1AF9C4-4F3A-42ED-B6F6-8E4B2A01A91C}" type="presParOf" srcId="{E87C5AE9-B2E7-4235-A66A-F311C325A13E}" destId="{CCF82DB6-B4E6-4380-8FC8-8533E16E62E8}" srcOrd="0" destOrd="0" presId="urn:microsoft.com/office/officeart/2008/layout/HalfCircleOrganizationChart"/>
    <dgm:cxn modelId="{83DA0CA5-97E6-4AD4-BA36-9F07CBC3B486}" type="presParOf" srcId="{CCF82DB6-B4E6-4380-8FC8-8533E16E62E8}" destId="{A457583F-8B40-4CF7-B6E4-29DE95EF6116}" srcOrd="0" destOrd="0" presId="urn:microsoft.com/office/officeart/2008/layout/HalfCircleOrganizationChart"/>
    <dgm:cxn modelId="{47D9CCDF-1795-4FD2-8299-EB2214EA9BC1}" type="presParOf" srcId="{CCF82DB6-B4E6-4380-8FC8-8533E16E62E8}" destId="{6F0BD066-AAA6-4B1B-BC6B-F4439FEC4DA5}" srcOrd="1" destOrd="0" presId="urn:microsoft.com/office/officeart/2008/layout/HalfCircleOrganizationChart"/>
    <dgm:cxn modelId="{10BF8D0C-E894-4C53-AEFE-FEE0D8160930}" type="presParOf" srcId="{CCF82DB6-B4E6-4380-8FC8-8533E16E62E8}" destId="{41682481-EAC9-4928-8AA6-C23E675E60BB}" srcOrd="2" destOrd="0" presId="urn:microsoft.com/office/officeart/2008/layout/HalfCircleOrganizationChart"/>
    <dgm:cxn modelId="{080483D4-942D-4582-A3D3-CCF085F077B3}" type="presParOf" srcId="{CCF82DB6-B4E6-4380-8FC8-8533E16E62E8}" destId="{7FC96B34-C2B0-4780-A238-CE79E16DF1F7}" srcOrd="3" destOrd="0" presId="urn:microsoft.com/office/officeart/2008/layout/HalfCircleOrganizationChart"/>
    <dgm:cxn modelId="{48419FC7-1DF1-4FF0-A29C-095D69BA7533}" type="presParOf" srcId="{E87C5AE9-B2E7-4235-A66A-F311C325A13E}" destId="{99CE7F3D-7418-43C9-8065-36173452F586}" srcOrd="1" destOrd="0" presId="urn:microsoft.com/office/officeart/2008/layout/HalfCircleOrganizationChart"/>
    <dgm:cxn modelId="{79964D65-9077-47F4-89B0-CBBAD4D1D7A7}" type="presParOf" srcId="{99CE7F3D-7418-43C9-8065-36173452F586}" destId="{A3EC6117-F0A4-4A4C-8AA1-07D17DCC0258}" srcOrd="0" destOrd="0" presId="urn:microsoft.com/office/officeart/2008/layout/HalfCircleOrganizationChart"/>
    <dgm:cxn modelId="{A6372C07-1EBA-45CD-A7F0-7C55034103AF}" type="presParOf" srcId="{99CE7F3D-7418-43C9-8065-36173452F586}" destId="{A30C59FF-4F79-421C-B4E4-5E3506855292}" srcOrd="1" destOrd="0" presId="urn:microsoft.com/office/officeart/2008/layout/HalfCircleOrganizationChart"/>
    <dgm:cxn modelId="{6F61E413-8EEF-4024-988B-2803E89D2DDD}" type="presParOf" srcId="{A30C59FF-4F79-421C-B4E4-5E3506855292}" destId="{5F6F58E3-DD18-49B2-8D8E-87B6C361AA9C}" srcOrd="0" destOrd="0" presId="urn:microsoft.com/office/officeart/2008/layout/HalfCircleOrganizationChart"/>
    <dgm:cxn modelId="{6E4898A7-3262-4920-9872-7B2EE251D989}" type="presParOf" srcId="{5F6F58E3-DD18-49B2-8D8E-87B6C361AA9C}" destId="{EAE395B8-7F72-464C-B2BD-750983558621}" srcOrd="0" destOrd="0" presId="urn:microsoft.com/office/officeart/2008/layout/HalfCircleOrganizationChart"/>
    <dgm:cxn modelId="{0CBAE702-21F6-428B-AD0A-AC35CFC84C2E}" type="presParOf" srcId="{5F6F58E3-DD18-49B2-8D8E-87B6C361AA9C}" destId="{002BE9E5-BBE7-4F7A-8A64-89D5CF415991}" srcOrd="1" destOrd="0" presId="urn:microsoft.com/office/officeart/2008/layout/HalfCircleOrganizationChart"/>
    <dgm:cxn modelId="{7021813E-142F-41C5-85BE-CD1A9D71C898}" type="presParOf" srcId="{5F6F58E3-DD18-49B2-8D8E-87B6C361AA9C}" destId="{B155A1BA-E04A-4A51-A473-ABB2CC9F0678}" srcOrd="2" destOrd="0" presId="urn:microsoft.com/office/officeart/2008/layout/HalfCircleOrganizationChart"/>
    <dgm:cxn modelId="{F64C766A-D0F8-4889-8261-E7D52B03CFA2}" type="presParOf" srcId="{5F6F58E3-DD18-49B2-8D8E-87B6C361AA9C}" destId="{B6A2AC03-02AB-438E-BC3D-D98C37AF5FC6}" srcOrd="3" destOrd="0" presId="urn:microsoft.com/office/officeart/2008/layout/HalfCircleOrganizationChart"/>
    <dgm:cxn modelId="{F9FAE0A3-0A29-47BC-8950-DB88CF94AAAA}" type="presParOf" srcId="{A30C59FF-4F79-421C-B4E4-5E3506855292}" destId="{8A215C07-1A5D-43C6-B0B7-92CF7602C4B1}" srcOrd="1" destOrd="0" presId="urn:microsoft.com/office/officeart/2008/layout/HalfCircleOrganizationChart"/>
    <dgm:cxn modelId="{4ED92F23-C0EF-4CB5-934B-ACFDCFF6F4CA}" type="presParOf" srcId="{A30C59FF-4F79-421C-B4E4-5E3506855292}" destId="{B071A162-E215-4466-BEF5-CA0D363495B8}" srcOrd="2" destOrd="0" presId="urn:microsoft.com/office/officeart/2008/layout/HalfCircleOrganizationChart"/>
    <dgm:cxn modelId="{6C561AC1-2909-4A67-9A80-0D6BF3EE488E}" type="presParOf" srcId="{99CE7F3D-7418-43C9-8065-36173452F586}" destId="{D8D846DC-F5D1-424F-A371-B1A58D2858C8}" srcOrd="2" destOrd="0" presId="urn:microsoft.com/office/officeart/2008/layout/HalfCircleOrganizationChart"/>
    <dgm:cxn modelId="{9A8A35C3-5A3A-4E02-98B0-A4686C48F884}" type="presParOf" srcId="{99CE7F3D-7418-43C9-8065-36173452F586}" destId="{94C2856F-7EF8-4D7F-977D-109F02F7315A}" srcOrd="3" destOrd="0" presId="urn:microsoft.com/office/officeart/2008/layout/HalfCircleOrganizationChart"/>
    <dgm:cxn modelId="{DC817024-1563-4C62-92B6-3FAC297308C2}" type="presParOf" srcId="{94C2856F-7EF8-4D7F-977D-109F02F7315A}" destId="{625DB3E8-2121-45E0-B3D1-9D08BFA23456}" srcOrd="0" destOrd="0" presId="urn:microsoft.com/office/officeart/2008/layout/HalfCircleOrganizationChart"/>
    <dgm:cxn modelId="{59626709-2073-46A3-9F2A-82F829DD02FA}" type="presParOf" srcId="{625DB3E8-2121-45E0-B3D1-9D08BFA23456}" destId="{69579A7A-7BEE-472E-B613-329EE12C0167}" srcOrd="0" destOrd="0" presId="urn:microsoft.com/office/officeart/2008/layout/HalfCircleOrganizationChart"/>
    <dgm:cxn modelId="{D735DE34-2F34-487B-B3D6-02572A2FB4E9}" type="presParOf" srcId="{625DB3E8-2121-45E0-B3D1-9D08BFA23456}" destId="{B4984FAC-313C-481B-A138-E3CE32C5137D}" srcOrd="1" destOrd="0" presId="urn:microsoft.com/office/officeart/2008/layout/HalfCircleOrganizationChart"/>
    <dgm:cxn modelId="{0D5E690A-EE45-487B-9A2C-86E43715D310}" type="presParOf" srcId="{625DB3E8-2121-45E0-B3D1-9D08BFA23456}" destId="{6110A559-6129-446E-9939-52513657221C}" srcOrd="2" destOrd="0" presId="urn:microsoft.com/office/officeart/2008/layout/HalfCircleOrganizationChart"/>
    <dgm:cxn modelId="{4C8F3451-0627-4859-85B1-641B1C0E1359}" type="presParOf" srcId="{625DB3E8-2121-45E0-B3D1-9D08BFA23456}" destId="{36F9B6CF-4AD7-47B5-9AFE-249E729FE85B}" srcOrd="3" destOrd="0" presId="urn:microsoft.com/office/officeart/2008/layout/HalfCircleOrganizationChart"/>
    <dgm:cxn modelId="{B6FBC480-25EF-4007-A356-944F987D2E0B}" type="presParOf" srcId="{94C2856F-7EF8-4D7F-977D-109F02F7315A}" destId="{5BF62B2A-0C75-4FEE-8BCB-A2CF15057805}" srcOrd="1" destOrd="0" presId="urn:microsoft.com/office/officeart/2008/layout/HalfCircleOrganizationChart"/>
    <dgm:cxn modelId="{97E5C360-0439-438A-AFF2-57C65BF8795A}" type="presParOf" srcId="{94C2856F-7EF8-4D7F-977D-109F02F7315A}" destId="{A9D07697-D678-4573-A9E3-B3C43DC3DBB2}" srcOrd="2" destOrd="0" presId="urn:microsoft.com/office/officeart/2008/layout/HalfCircleOrganizationChart"/>
    <dgm:cxn modelId="{339E5895-586D-4FE0-9062-2E362C90B3A6}" type="presParOf" srcId="{99CE7F3D-7418-43C9-8065-36173452F586}" destId="{45033F82-A20D-45BD-8979-5AEF38DDFBE9}" srcOrd="4" destOrd="0" presId="urn:microsoft.com/office/officeart/2008/layout/HalfCircleOrganizationChart"/>
    <dgm:cxn modelId="{9ED961CF-76B7-4FEA-87B8-52EB5A2943FB}" type="presParOf" srcId="{99CE7F3D-7418-43C9-8065-36173452F586}" destId="{903959D7-4431-4578-B116-B046EF00897E}" srcOrd="5" destOrd="0" presId="urn:microsoft.com/office/officeart/2008/layout/HalfCircleOrganizationChart"/>
    <dgm:cxn modelId="{DFD22205-46F8-44AE-9E49-DBD923BC2A33}" type="presParOf" srcId="{903959D7-4431-4578-B116-B046EF00897E}" destId="{E49E5E7D-CDCE-41B3-B0C6-5A2E31F25EF4}" srcOrd="0" destOrd="0" presId="urn:microsoft.com/office/officeart/2008/layout/HalfCircleOrganizationChart"/>
    <dgm:cxn modelId="{62D9B74A-10B1-45EB-85FD-86EBEB240D47}" type="presParOf" srcId="{E49E5E7D-CDCE-41B3-B0C6-5A2E31F25EF4}" destId="{59E4F749-5828-4BA8-8154-1216B000D7DE}" srcOrd="0" destOrd="0" presId="urn:microsoft.com/office/officeart/2008/layout/HalfCircleOrganizationChart"/>
    <dgm:cxn modelId="{E4499D5E-A8FB-46F6-BB9D-D152D9445B6A}" type="presParOf" srcId="{E49E5E7D-CDCE-41B3-B0C6-5A2E31F25EF4}" destId="{49F6A792-F7E7-42FE-918A-BC334A189B2B}" srcOrd="1" destOrd="0" presId="urn:microsoft.com/office/officeart/2008/layout/HalfCircleOrganizationChart"/>
    <dgm:cxn modelId="{B6567663-B7F6-4D08-8849-1F9CA0FBF794}" type="presParOf" srcId="{E49E5E7D-CDCE-41B3-B0C6-5A2E31F25EF4}" destId="{64CF8417-1A1B-46A1-A159-F22C77E2747D}" srcOrd="2" destOrd="0" presId="urn:microsoft.com/office/officeart/2008/layout/HalfCircleOrganizationChart"/>
    <dgm:cxn modelId="{5E754138-0CF2-4508-B6D8-C0ADA9986218}" type="presParOf" srcId="{E49E5E7D-CDCE-41B3-B0C6-5A2E31F25EF4}" destId="{78739B97-9C6C-4846-9229-820F03005A95}" srcOrd="3" destOrd="0" presId="urn:microsoft.com/office/officeart/2008/layout/HalfCircleOrganizationChart"/>
    <dgm:cxn modelId="{4FEB03D6-88ED-4404-94F1-417BA2F3131C}" type="presParOf" srcId="{903959D7-4431-4578-B116-B046EF00897E}" destId="{7ED448DC-9AD1-46CA-B208-7DBDC7782B69}" srcOrd="1" destOrd="0" presId="urn:microsoft.com/office/officeart/2008/layout/HalfCircleOrganizationChart"/>
    <dgm:cxn modelId="{0C3018DE-0B38-4C33-82C0-BA2E732961E2}" type="presParOf" srcId="{903959D7-4431-4578-B116-B046EF00897E}" destId="{11E8D2DA-9BAA-4DF6-96A7-FD58AA6E8240}" srcOrd="2" destOrd="0" presId="urn:microsoft.com/office/officeart/2008/layout/HalfCircleOrganizationChart"/>
    <dgm:cxn modelId="{3BE5C75A-B470-4AC3-9685-C1420FAA2F04}" type="presParOf" srcId="{E87C5AE9-B2E7-4235-A66A-F311C325A13E}" destId="{0C7DE410-B826-43AE-9B45-E56A1A0A1571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AAA5C6C-BD0B-4E5A-BB0F-4313E12214D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670EEDB-70DE-47E3-BE81-4D0163776AEF}">
      <dgm:prSet phldrT="[Text]" custT="1"/>
      <dgm:spPr>
        <a:solidFill>
          <a:schemeClr val="tx1"/>
        </a:solidFill>
      </dgm:spPr>
      <dgm:t>
        <a:bodyPr/>
        <a:lstStyle/>
        <a:p>
          <a:r>
            <a:rPr lang="en-IN" sz="2200" dirty="0">
              <a:latin typeface="Comic Sans MS" panose="030F0702030302020204" pitchFamily="66" charset="0"/>
            </a:rPr>
            <a:t>Target Server 1</a:t>
          </a:r>
        </a:p>
        <a:p>
          <a:r>
            <a:rPr lang="en-IN" sz="1400" dirty="0">
              <a:latin typeface="Comic Sans MS" panose="030F0702030302020204" pitchFamily="66" charset="0"/>
            </a:rPr>
            <a:t>Node Exporter</a:t>
          </a:r>
        </a:p>
        <a:p>
          <a:r>
            <a:rPr lang="en-IN" sz="1400" dirty="0">
              <a:latin typeface="Comic Sans MS" panose="030F0702030302020204" pitchFamily="66" charset="0"/>
            </a:rPr>
            <a:t>Apache Exporter</a:t>
          </a:r>
        </a:p>
      </dgm:t>
    </dgm:pt>
    <dgm:pt modelId="{7CB40F49-B08D-4444-86FE-48114BFC2D9C}" type="parTrans" cxnId="{837C35CC-C329-4181-A9AE-41A14B6449BC}">
      <dgm:prSet/>
      <dgm:spPr/>
      <dgm:t>
        <a:bodyPr/>
        <a:lstStyle/>
        <a:p>
          <a:endParaRPr lang="en-IN"/>
        </a:p>
      </dgm:t>
    </dgm:pt>
    <dgm:pt modelId="{E093C451-A513-406F-8AB8-B12F82642F43}" type="sibTrans" cxnId="{837C35CC-C329-4181-A9AE-41A14B6449BC}">
      <dgm:prSet/>
      <dgm:spPr/>
      <dgm:t>
        <a:bodyPr/>
        <a:lstStyle/>
        <a:p>
          <a:endParaRPr lang="en-IN"/>
        </a:p>
      </dgm:t>
    </dgm:pt>
    <dgm:pt modelId="{4A7C3568-C7E5-4218-B44D-10E4FD9FD05B}">
      <dgm:prSet custT="1"/>
      <dgm:spPr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3970" tIns="13970" rIns="13970" bIns="13970" numCol="1" spcCol="1270" anchor="ctr" anchorCtr="0"/>
        <a:lstStyle/>
        <a:p>
          <a:pPr marL="0"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Prometheus</a:t>
          </a:r>
        </a:p>
      </dgm:t>
    </dgm:pt>
    <dgm:pt modelId="{A4C340C4-5157-436A-8B93-27001DB7A251}" type="parTrans" cxnId="{3C9D5DDB-4582-4638-B194-2855534D6ABD}">
      <dgm:prSet/>
      <dgm:spPr/>
      <dgm:t>
        <a:bodyPr/>
        <a:lstStyle/>
        <a:p>
          <a:endParaRPr lang="en-IN"/>
        </a:p>
      </dgm:t>
    </dgm:pt>
    <dgm:pt modelId="{4C5CA9D1-DB28-4AB7-B379-7ED587F2632B}" type="sibTrans" cxnId="{3C9D5DDB-4582-4638-B194-2855534D6ABD}">
      <dgm:prSet/>
      <dgm:spPr/>
      <dgm:t>
        <a:bodyPr/>
        <a:lstStyle/>
        <a:p>
          <a:endParaRPr lang="en-IN"/>
        </a:p>
      </dgm:t>
    </dgm:pt>
    <dgm:pt modelId="{C3BDF975-DFCF-4EF9-B95E-06C2C26E9C3E}">
      <dgm:prSet custT="1"/>
      <dgm:spPr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3970" tIns="13970" rIns="13970" bIns="1397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Grafana Dashboard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(Visualization)</a:t>
          </a:r>
        </a:p>
      </dgm:t>
    </dgm:pt>
    <dgm:pt modelId="{1CAA5FA9-1367-4817-9CD7-5FF59FC4DF09}" type="parTrans" cxnId="{9C27A12E-81C8-410A-A88B-0B27882F82D7}">
      <dgm:prSet/>
      <dgm:spPr/>
      <dgm:t>
        <a:bodyPr/>
        <a:lstStyle/>
        <a:p>
          <a:endParaRPr lang="en-IN"/>
        </a:p>
      </dgm:t>
    </dgm:pt>
    <dgm:pt modelId="{4B41252B-C4D6-4D21-9027-EBEB197534BA}" type="sibTrans" cxnId="{9C27A12E-81C8-410A-A88B-0B27882F82D7}">
      <dgm:prSet/>
      <dgm:spPr/>
      <dgm:t>
        <a:bodyPr/>
        <a:lstStyle/>
        <a:p>
          <a:endParaRPr lang="en-IN"/>
        </a:p>
      </dgm:t>
    </dgm:pt>
    <dgm:pt modelId="{57505AF0-02A8-40B3-B0AB-FEE88222469B}">
      <dgm:prSet custT="1"/>
      <dgm:spPr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3970" tIns="13970" rIns="13970" bIns="1397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Alertmanager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(Alerts)</a:t>
          </a:r>
        </a:p>
      </dgm:t>
    </dgm:pt>
    <dgm:pt modelId="{FB8A9599-1FB5-4AE0-84CA-3C24A4CECF74}" type="parTrans" cxnId="{D9FE617B-74BA-45A0-B3CE-8F4D695BA12D}">
      <dgm:prSet/>
      <dgm:spPr/>
      <dgm:t>
        <a:bodyPr/>
        <a:lstStyle/>
        <a:p>
          <a:endParaRPr lang="en-IN"/>
        </a:p>
      </dgm:t>
    </dgm:pt>
    <dgm:pt modelId="{C474BEFB-985F-4A1A-B5DD-C300BB4A5EAF}" type="sibTrans" cxnId="{D9FE617B-74BA-45A0-B3CE-8F4D695BA12D}">
      <dgm:prSet/>
      <dgm:spPr/>
      <dgm:t>
        <a:bodyPr/>
        <a:lstStyle/>
        <a:p>
          <a:endParaRPr lang="en-IN"/>
        </a:p>
      </dgm:t>
    </dgm:pt>
    <dgm:pt modelId="{B6BB3E76-BAD6-4B5F-A06D-6D42E0FF5030}" type="pres">
      <dgm:prSet presAssocID="{5AAA5C6C-BD0B-4E5A-BB0F-4313E12214D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65B50DB-B97B-4390-8646-CFA78728C842}" type="pres">
      <dgm:prSet presAssocID="{3670EEDB-70DE-47E3-BE81-4D0163776AEF}" presName="hierRoot1" presStyleCnt="0">
        <dgm:presLayoutVars>
          <dgm:hierBranch/>
        </dgm:presLayoutVars>
      </dgm:prSet>
      <dgm:spPr/>
    </dgm:pt>
    <dgm:pt modelId="{819B292B-53B8-471B-AB39-697BBFE1C75F}" type="pres">
      <dgm:prSet presAssocID="{3670EEDB-70DE-47E3-BE81-4D0163776AEF}" presName="rootComposite1" presStyleCnt="0"/>
      <dgm:spPr/>
    </dgm:pt>
    <dgm:pt modelId="{455ED16E-4BA0-4D06-A43A-450F38AEA7C2}" type="pres">
      <dgm:prSet presAssocID="{3670EEDB-70DE-47E3-BE81-4D0163776AEF}" presName="rootText1" presStyleLbl="node0" presStyleIdx="0" presStyleCnt="1" custLinFactNeighborX="-192" custLinFactNeighborY="-71397">
        <dgm:presLayoutVars>
          <dgm:chPref val="3"/>
        </dgm:presLayoutVars>
      </dgm:prSet>
      <dgm:spPr/>
    </dgm:pt>
    <dgm:pt modelId="{DFECA653-442B-4AE8-8581-D4A0F18BAC9A}" type="pres">
      <dgm:prSet presAssocID="{3670EEDB-70DE-47E3-BE81-4D0163776AEF}" presName="rootConnector1" presStyleLbl="node1" presStyleIdx="0" presStyleCnt="0"/>
      <dgm:spPr/>
    </dgm:pt>
    <dgm:pt modelId="{9D690A0D-C95A-4E0A-87D2-B0FBB0A03D0F}" type="pres">
      <dgm:prSet presAssocID="{3670EEDB-70DE-47E3-BE81-4D0163776AEF}" presName="hierChild2" presStyleCnt="0"/>
      <dgm:spPr/>
    </dgm:pt>
    <dgm:pt modelId="{1A958E27-1513-4953-8680-6496DA45EDF0}" type="pres">
      <dgm:prSet presAssocID="{A4C340C4-5157-436A-8B93-27001DB7A251}" presName="Name35" presStyleLbl="parChTrans1D2" presStyleIdx="0" presStyleCnt="1"/>
      <dgm:spPr/>
    </dgm:pt>
    <dgm:pt modelId="{94516E2D-F885-45E1-B822-8D25AC6D44ED}" type="pres">
      <dgm:prSet presAssocID="{4A7C3568-C7E5-4218-B44D-10E4FD9FD05B}" presName="hierRoot2" presStyleCnt="0">
        <dgm:presLayoutVars>
          <dgm:hierBranch val="hang"/>
        </dgm:presLayoutVars>
      </dgm:prSet>
      <dgm:spPr/>
    </dgm:pt>
    <dgm:pt modelId="{64CD2AE2-C093-46F7-99B0-F0AB22AAA11E}" type="pres">
      <dgm:prSet presAssocID="{4A7C3568-C7E5-4218-B44D-10E4FD9FD05B}" presName="rootComposite" presStyleCnt="0"/>
      <dgm:spPr/>
    </dgm:pt>
    <dgm:pt modelId="{4370EA60-E428-4B6B-A3BD-3E910930C0BF}" type="pres">
      <dgm:prSet presAssocID="{4A7C3568-C7E5-4218-B44D-10E4FD9FD05B}" presName="rootText" presStyleLbl="node2" presStyleIdx="0" presStyleCnt="1" custLinFactNeighborX="0" custLinFactNeighborY="16924">
        <dgm:presLayoutVars>
          <dgm:chPref val="3"/>
        </dgm:presLayoutVars>
      </dgm:prSet>
      <dgm:spPr>
        <a:xfrm>
          <a:off x="2655093" y="2004880"/>
          <a:ext cx="2817812" cy="1408906"/>
        </a:xfrm>
        <a:prstGeom prst="rect">
          <a:avLst/>
        </a:prstGeom>
      </dgm:spPr>
    </dgm:pt>
    <dgm:pt modelId="{F9C33BF5-529E-4EE1-BBDA-3E5E11F83D94}" type="pres">
      <dgm:prSet presAssocID="{4A7C3568-C7E5-4218-B44D-10E4FD9FD05B}" presName="rootConnector" presStyleLbl="node2" presStyleIdx="0" presStyleCnt="1"/>
      <dgm:spPr/>
    </dgm:pt>
    <dgm:pt modelId="{F51F39F6-6734-4E29-A048-11C04A9064A7}" type="pres">
      <dgm:prSet presAssocID="{4A7C3568-C7E5-4218-B44D-10E4FD9FD05B}" presName="hierChild4" presStyleCnt="0"/>
      <dgm:spPr/>
    </dgm:pt>
    <dgm:pt modelId="{998AAAAD-EDD6-4EAB-93CE-892EFBA3134E}" type="pres">
      <dgm:prSet presAssocID="{1CAA5FA9-1367-4817-9CD7-5FF59FC4DF09}" presName="Name48" presStyleLbl="parChTrans1D3" presStyleIdx="0" presStyleCnt="2"/>
      <dgm:spPr/>
    </dgm:pt>
    <dgm:pt modelId="{88AA85A7-0DC1-4C1F-9B04-D63020BF7030}" type="pres">
      <dgm:prSet presAssocID="{C3BDF975-DFCF-4EF9-B95E-06C2C26E9C3E}" presName="hierRoot2" presStyleCnt="0">
        <dgm:presLayoutVars>
          <dgm:hierBranch val="init"/>
        </dgm:presLayoutVars>
      </dgm:prSet>
      <dgm:spPr/>
    </dgm:pt>
    <dgm:pt modelId="{D53FF244-E5C2-4F59-9857-FECD7BD5FFC3}" type="pres">
      <dgm:prSet presAssocID="{C3BDF975-DFCF-4EF9-B95E-06C2C26E9C3E}" presName="rootComposite" presStyleCnt="0"/>
      <dgm:spPr/>
    </dgm:pt>
    <dgm:pt modelId="{DFF0907F-4A39-4427-94A7-22952D1BC33F}" type="pres">
      <dgm:prSet presAssocID="{C3BDF975-DFCF-4EF9-B95E-06C2C26E9C3E}" presName="rootText" presStyleLbl="node3" presStyleIdx="0" presStyleCnt="2" custLinFactNeighborY="1191">
        <dgm:presLayoutVars>
          <dgm:chPref val="3"/>
        </dgm:presLayoutVars>
      </dgm:prSet>
      <dgm:spPr>
        <a:xfrm>
          <a:off x="950317" y="4005527"/>
          <a:ext cx="2817812" cy="1408906"/>
        </a:xfrm>
        <a:prstGeom prst="rect">
          <a:avLst/>
        </a:prstGeom>
      </dgm:spPr>
    </dgm:pt>
    <dgm:pt modelId="{4FDFE748-1177-44FC-B9DB-5594FF078B21}" type="pres">
      <dgm:prSet presAssocID="{C3BDF975-DFCF-4EF9-B95E-06C2C26E9C3E}" presName="rootConnector" presStyleLbl="node3" presStyleIdx="0" presStyleCnt="2"/>
      <dgm:spPr/>
    </dgm:pt>
    <dgm:pt modelId="{2E399021-7750-4184-93D8-DA922896EDD5}" type="pres">
      <dgm:prSet presAssocID="{C3BDF975-DFCF-4EF9-B95E-06C2C26E9C3E}" presName="hierChild4" presStyleCnt="0"/>
      <dgm:spPr/>
    </dgm:pt>
    <dgm:pt modelId="{00A7324E-6A5F-4B45-8AD5-B2DC5EF90858}" type="pres">
      <dgm:prSet presAssocID="{C3BDF975-DFCF-4EF9-B95E-06C2C26E9C3E}" presName="hierChild5" presStyleCnt="0"/>
      <dgm:spPr/>
    </dgm:pt>
    <dgm:pt modelId="{6B3ACA89-B078-4075-AE11-63C6EBF3BEAF}" type="pres">
      <dgm:prSet presAssocID="{FB8A9599-1FB5-4AE0-84CA-3C24A4CECF74}" presName="Name48" presStyleLbl="parChTrans1D3" presStyleIdx="1" presStyleCnt="2"/>
      <dgm:spPr/>
    </dgm:pt>
    <dgm:pt modelId="{49FD39E9-FEA9-4449-A62D-908CAAE0AF99}" type="pres">
      <dgm:prSet presAssocID="{57505AF0-02A8-40B3-B0AB-FEE88222469B}" presName="hierRoot2" presStyleCnt="0">
        <dgm:presLayoutVars>
          <dgm:hierBranch val="init"/>
        </dgm:presLayoutVars>
      </dgm:prSet>
      <dgm:spPr/>
    </dgm:pt>
    <dgm:pt modelId="{C92E12DC-DBB2-4A9E-9281-47FDCDDBDB80}" type="pres">
      <dgm:prSet presAssocID="{57505AF0-02A8-40B3-B0AB-FEE88222469B}" presName="rootComposite" presStyleCnt="0"/>
      <dgm:spPr/>
    </dgm:pt>
    <dgm:pt modelId="{2BA3E8D1-C189-4A5D-9274-56E523889322}" type="pres">
      <dgm:prSet presAssocID="{57505AF0-02A8-40B3-B0AB-FEE88222469B}" presName="rootText" presStyleLbl="node3" presStyleIdx="1" presStyleCnt="2" custLinFactNeighborY="1191">
        <dgm:presLayoutVars>
          <dgm:chPref val="3"/>
        </dgm:presLayoutVars>
      </dgm:prSet>
      <dgm:spPr>
        <a:xfrm>
          <a:off x="4359870" y="4005527"/>
          <a:ext cx="2817812" cy="1408906"/>
        </a:xfrm>
        <a:prstGeom prst="rect">
          <a:avLst/>
        </a:prstGeom>
      </dgm:spPr>
    </dgm:pt>
    <dgm:pt modelId="{D9ADC929-16F5-44B0-AAFC-B0BD0ABE4672}" type="pres">
      <dgm:prSet presAssocID="{57505AF0-02A8-40B3-B0AB-FEE88222469B}" presName="rootConnector" presStyleLbl="node3" presStyleIdx="1" presStyleCnt="2"/>
      <dgm:spPr/>
    </dgm:pt>
    <dgm:pt modelId="{2FE07E2C-315C-4AEA-B709-2A719D8BE01B}" type="pres">
      <dgm:prSet presAssocID="{57505AF0-02A8-40B3-B0AB-FEE88222469B}" presName="hierChild4" presStyleCnt="0"/>
      <dgm:spPr/>
    </dgm:pt>
    <dgm:pt modelId="{50CA2E98-58C8-4616-879C-6BE3469C2C25}" type="pres">
      <dgm:prSet presAssocID="{57505AF0-02A8-40B3-B0AB-FEE88222469B}" presName="hierChild5" presStyleCnt="0"/>
      <dgm:spPr/>
    </dgm:pt>
    <dgm:pt modelId="{CEF6525A-ABBF-4054-A9C1-E53FAEE62737}" type="pres">
      <dgm:prSet presAssocID="{4A7C3568-C7E5-4218-B44D-10E4FD9FD05B}" presName="hierChild5" presStyleCnt="0"/>
      <dgm:spPr/>
    </dgm:pt>
    <dgm:pt modelId="{3F023E40-A6DE-48CD-B042-BA81EAB583CA}" type="pres">
      <dgm:prSet presAssocID="{3670EEDB-70DE-47E3-BE81-4D0163776AEF}" presName="hierChild3" presStyleCnt="0"/>
      <dgm:spPr/>
    </dgm:pt>
  </dgm:ptLst>
  <dgm:cxnLst>
    <dgm:cxn modelId="{9C27A12E-81C8-410A-A88B-0B27882F82D7}" srcId="{4A7C3568-C7E5-4218-B44D-10E4FD9FD05B}" destId="{C3BDF975-DFCF-4EF9-B95E-06C2C26E9C3E}" srcOrd="0" destOrd="0" parTransId="{1CAA5FA9-1367-4817-9CD7-5FF59FC4DF09}" sibTransId="{4B41252B-C4D6-4D21-9027-EBEB197534BA}"/>
    <dgm:cxn modelId="{70AD0638-286F-467D-82ED-54BE9B4AE350}" type="presOf" srcId="{1CAA5FA9-1367-4817-9CD7-5FF59FC4DF09}" destId="{998AAAAD-EDD6-4EAB-93CE-892EFBA3134E}" srcOrd="0" destOrd="0" presId="urn:microsoft.com/office/officeart/2005/8/layout/orgChart1"/>
    <dgm:cxn modelId="{DE42395E-0CF0-4589-9F11-13422AFAB616}" type="presOf" srcId="{3670EEDB-70DE-47E3-BE81-4D0163776AEF}" destId="{DFECA653-442B-4AE8-8581-D4A0F18BAC9A}" srcOrd="1" destOrd="0" presId="urn:microsoft.com/office/officeart/2005/8/layout/orgChart1"/>
    <dgm:cxn modelId="{7513FE61-F308-4260-9D06-71BD7DC1B55A}" type="presOf" srcId="{FB8A9599-1FB5-4AE0-84CA-3C24A4CECF74}" destId="{6B3ACA89-B078-4075-AE11-63C6EBF3BEAF}" srcOrd="0" destOrd="0" presId="urn:microsoft.com/office/officeart/2005/8/layout/orgChart1"/>
    <dgm:cxn modelId="{8AB5AE65-8AD4-4432-A851-0C4C1B8D92CF}" type="presOf" srcId="{3670EEDB-70DE-47E3-BE81-4D0163776AEF}" destId="{455ED16E-4BA0-4D06-A43A-450F38AEA7C2}" srcOrd="0" destOrd="0" presId="urn:microsoft.com/office/officeart/2005/8/layout/orgChart1"/>
    <dgm:cxn modelId="{45B2CB50-6D59-4992-9C82-1505F07069EC}" type="presOf" srcId="{A4C340C4-5157-436A-8B93-27001DB7A251}" destId="{1A958E27-1513-4953-8680-6496DA45EDF0}" srcOrd="0" destOrd="0" presId="urn:microsoft.com/office/officeart/2005/8/layout/orgChart1"/>
    <dgm:cxn modelId="{D9FE617B-74BA-45A0-B3CE-8F4D695BA12D}" srcId="{4A7C3568-C7E5-4218-B44D-10E4FD9FD05B}" destId="{57505AF0-02A8-40B3-B0AB-FEE88222469B}" srcOrd="1" destOrd="0" parTransId="{FB8A9599-1FB5-4AE0-84CA-3C24A4CECF74}" sibTransId="{C474BEFB-985F-4A1A-B5DD-C300BB4A5EAF}"/>
    <dgm:cxn modelId="{FD9AA88A-E39E-4225-B99C-00864176903E}" type="presOf" srcId="{4A7C3568-C7E5-4218-B44D-10E4FD9FD05B}" destId="{F9C33BF5-529E-4EE1-BBDA-3E5E11F83D94}" srcOrd="1" destOrd="0" presId="urn:microsoft.com/office/officeart/2005/8/layout/orgChart1"/>
    <dgm:cxn modelId="{37E42EA5-0202-4224-A968-FAC92D1276E0}" type="presOf" srcId="{57505AF0-02A8-40B3-B0AB-FEE88222469B}" destId="{D9ADC929-16F5-44B0-AAFC-B0BD0ABE4672}" srcOrd="1" destOrd="0" presId="urn:microsoft.com/office/officeart/2005/8/layout/orgChart1"/>
    <dgm:cxn modelId="{34A8BFB1-0D32-4F10-AF08-31AFE2DC93B2}" type="presOf" srcId="{C3BDF975-DFCF-4EF9-B95E-06C2C26E9C3E}" destId="{DFF0907F-4A39-4427-94A7-22952D1BC33F}" srcOrd="0" destOrd="0" presId="urn:microsoft.com/office/officeart/2005/8/layout/orgChart1"/>
    <dgm:cxn modelId="{2E4D49B7-A609-4286-A923-DF11FD5CEB41}" type="presOf" srcId="{C3BDF975-DFCF-4EF9-B95E-06C2C26E9C3E}" destId="{4FDFE748-1177-44FC-B9DB-5594FF078B21}" srcOrd="1" destOrd="0" presId="urn:microsoft.com/office/officeart/2005/8/layout/orgChart1"/>
    <dgm:cxn modelId="{837C35CC-C329-4181-A9AE-41A14B6449BC}" srcId="{5AAA5C6C-BD0B-4E5A-BB0F-4313E12214DD}" destId="{3670EEDB-70DE-47E3-BE81-4D0163776AEF}" srcOrd="0" destOrd="0" parTransId="{7CB40F49-B08D-4444-86FE-48114BFC2D9C}" sibTransId="{E093C451-A513-406F-8AB8-B12F82642F43}"/>
    <dgm:cxn modelId="{1C7666CE-B5D5-4DA7-8846-157713655775}" type="presOf" srcId="{57505AF0-02A8-40B3-B0AB-FEE88222469B}" destId="{2BA3E8D1-C189-4A5D-9274-56E523889322}" srcOrd="0" destOrd="0" presId="urn:microsoft.com/office/officeart/2005/8/layout/orgChart1"/>
    <dgm:cxn modelId="{3C9D5DDB-4582-4638-B194-2855534D6ABD}" srcId="{3670EEDB-70DE-47E3-BE81-4D0163776AEF}" destId="{4A7C3568-C7E5-4218-B44D-10E4FD9FD05B}" srcOrd="0" destOrd="0" parTransId="{A4C340C4-5157-436A-8B93-27001DB7A251}" sibTransId="{4C5CA9D1-DB28-4AB7-B379-7ED587F2632B}"/>
    <dgm:cxn modelId="{9706EFF0-6582-4F04-BB3E-ED16414D62F8}" type="presOf" srcId="{5AAA5C6C-BD0B-4E5A-BB0F-4313E12214DD}" destId="{B6BB3E76-BAD6-4B5F-A06D-6D42E0FF5030}" srcOrd="0" destOrd="0" presId="urn:microsoft.com/office/officeart/2005/8/layout/orgChart1"/>
    <dgm:cxn modelId="{99A680FB-D3C5-4F31-9386-101CED7CDB06}" type="presOf" srcId="{4A7C3568-C7E5-4218-B44D-10E4FD9FD05B}" destId="{4370EA60-E428-4B6B-A3BD-3E910930C0BF}" srcOrd="0" destOrd="0" presId="urn:microsoft.com/office/officeart/2005/8/layout/orgChart1"/>
    <dgm:cxn modelId="{54F38787-44D1-42E2-B565-BF02DE7EB1F2}" type="presParOf" srcId="{B6BB3E76-BAD6-4B5F-A06D-6D42E0FF5030}" destId="{C65B50DB-B97B-4390-8646-CFA78728C842}" srcOrd="0" destOrd="0" presId="urn:microsoft.com/office/officeart/2005/8/layout/orgChart1"/>
    <dgm:cxn modelId="{678459F9-5CB0-4C21-96A9-F67CBFFFCEB2}" type="presParOf" srcId="{C65B50DB-B97B-4390-8646-CFA78728C842}" destId="{819B292B-53B8-471B-AB39-697BBFE1C75F}" srcOrd="0" destOrd="0" presId="urn:microsoft.com/office/officeart/2005/8/layout/orgChart1"/>
    <dgm:cxn modelId="{9D9522CF-04AC-4B3A-9B94-3691513768BF}" type="presParOf" srcId="{819B292B-53B8-471B-AB39-697BBFE1C75F}" destId="{455ED16E-4BA0-4D06-A43A-450F38AEA7C2}" srcOrd="0" destOrd="0" presId="urn:microsoft.com/office/officeart/2005/8/layout/orgChart1"/>
    <dgm:cxn modelId="{658D32F4-E073-4A97-852B-2B2449509020}" type="presParOf" srcId="{819B292B-53B8-471B-AB39-697BBFE1C75F}" destId="{DFECA653-442B-4AE8-8581-D4A0F18BAC9A}" srcOrd="1" destOrd="0" presId="urn:microsoft.com/office/officeart/2005/8/layout/orgChart1"/>
    <dgm:cxn modelId="{D8306B12-A83B-4838-A8E1-D6F08DE6DEAC}" type="presParOf" srcId="{C65B50DB-B97B-4390-8646-CFA78728C842}" destId="{9D690A0D-C95A-4E0A-87D2-B0FBB0A03D0F}" srcOrd="1" destOrd="0" presId="urn:microsoft.com/office/officeart/2005/8/layout/orgChart1"/>
    <dgm:cxn modelId="{59B81D0F-2CA0-4851-B46B-0258EF86FF1A}" type="presParOf" srcId="{9D690A0D-C95A-4E0A-87D2-B0FBB0A03D0F}" destId="{1A958E27-1513-4953-8680-6496DA45EDF0}" srcOrd="0" destOrd="0" presId="urn:microsoft.com/office/officeart/2005/8/layout/orgChart1"/>
    <dgm:cxn modelId="{6A29D7F4-8E88-44F1-8B68-2D1BE6D92130}" type="presParOf" srcId="{9D690A0D-C95A-4E0A-87D2-B0FBB0A03D0F}" destId="{94516E2D-F885-45E1-B822-8D25AC6D44ED}" srcOrd="1" destOrd="0" presId="urn:microsoft.com/office/officeart/2005/8/layout/orgChart1"/>
    <dgm:cxn modelId="{2219F2A2-A39C-4593-97A5-09F19F8AAE51}" type="presParOf" srcId="{94516E2D-F885-45E1-B822-8D25AC6D44ED}" destId="{64CD2AE2-C093-46F7-99B0-F0AB22AAA11E}" srcOrd="0" destOrd="0" presId="urn:microsoft.com/office/officeart/2005/8/layout/orgChart1"/>
    <dgm:cxn modelId="{CF2FFA9E-9904-4809-993C-2BCB4BCECFCB}" type="presParOf" srcId="{64CD2AE2-C093-46F7-99B0-F0AB22AAA11E}" destId="{4370EA60-E428-4B6B-A3BD-3E910930C0BF}" srcOrd="0" destOrd="0" presId="urn:microsoft.com/office/officeart/2005/8/layout/orgChart1"/>
    <dgm:cxn modelId="{CF968552-0DFF-4507-AFC3-1118E95BABE0}" type="presParOf" srcId="{64CD2AE2-C093-46F7-99B0-F0AB22AAA11E}" destId="{F9C33BF5-529E-4EE1-BBDA-3E5E11F83D94}" srcOrd="1" destOrd="0" presId="urn:microsoft.com/office/officeart/2005/8/layout/orgChart1"/>
    <dgm:cxn modelId="{00ACFFD9-B6BC-445B-9E79-2985C3B0C2BB}" type="presParOf" srcId="{94516E2D-F885-45E1-B822-8D25AC6D44ED}" destId="{F51F39F6-6734-4E29-A048-11C04A9064A7}" srcOrd="1" destOrd="0" presId="urn:microsoft.com/office/officeart/2005/8/layout/orgChart1"/>
    <dgm:cxn modelId="{58E0E03B-628B-45B7-89C3-78ED7DCFB759}" type="presParOf" srcId="{F51F39F6-6734-4E29-A048-11C04A9064A7}" destId="{998AAAAD-EDD6-4EAB-93CE-892EFBA3134E}" srcOrd="0" destOrd="0" presId="urn:microsoft.com/office/officeart/2005/8/layout/orgChart1"/>
    <dgm:cxn modelId="{3931DE44-5822-4409-8E05-B10D831A250B}" type="presParOf" srcId="{F51F39F6-6734-4E29-A048-11C04A9064A7}" destId="{88AA85A7-0DC1-4C1F-9B04-D63020BF7030}" srcOrd="1" destOrd="0" presId="urn:microsoft.com/office/officeart/2005/8/layout/orgChart1"/>
    <dgm:cxn modelId="{7472A5EC-D19D-4A70-B18F-2D0D6E2ACF5F}" type="presParOf" srcId="{88AA85A7-0DC1-4C1F-9B04-D63020BF7030}" destId="{D53FF244-E5C2-4F59-9857-FECD7BD5FFC3}" srcOrd="0" destOrd="0" presId="urn:microsoft.com/office/officeart/2005/8/layout/orgChart1"/>
    <dgm:cxn modelId="{063C1AD9-EFE9-49AD-A239-D30F24E5C20F}" type="presParOf" srcId="{D53FF244-E5C2-4F59-9857-FECD7BD5FFC3}" destId="{DFF0907F-4A39-4427-94A7-22952D1BC33F}" srcOrd="0" destOrd="0" presId="urn:microsoft.com/office/officeart/2005/8/layout/orgChart1"/>
    <dgm:cxn modelId="{32E31C77-B445-46F6-9E55-B1E9DC544871}" type="presParOf" srcId="{D53FF244-E5C2-4F59-9857-FECD7BD5FFC3}" destId="{4FDFE748-1177-44FC-B9DB-5594FF078B21}" srcOrd="1" destOrd="0" presId="urn:microsoft.com/office/officeart/2005/8/layout/orgChart1"/>
    <dgm:cxn modelId="{208F762D-D7EB-49D1-A93D-5532C0227282}" type="presParOf" srcId="{88AA85A7-0DC1-4C1F-9B04-D63020BF7030}" destId="{2E399021-7750-4184-93D8-DA922896EDD5}" srcOrd="1" destOrd="0" presId="urn:microsoft.com/office/officeart/2005/8/layout/orgChart1"/>
    <dgm:cxn modelId="{4A9B0AF6-3867-43F8-91F0-553CE851F0CB}" type="presParOf" srcId="{88AA85A7-0DC1-4C1F-9B04-D63020BF7030}" destId="{00A7324E-6A5F-4B45-8AD5-B2DC5EF90858}" srcOrd="2" destOrd="0" presId="urn:microsoft.com/office/officeart/2005/8/layout/orgChart1"/>
    <dgm:cxn modelId="{B5AEB29A-54A6-411E-8EF4-561EE093FD1E}" type="presParOf" srcId="{F51F39F6-6734-4E29-A048-11C04A9064A7}" destId="{6B3ACA89-B078-4075-AE11-63C6EBF3BEAF}" srcOrd="2" destOrd="0" presId="urn:microsoft.com/office/officeart/2005/8/layout/orgChart1"/>
    <dgm:cxn modelId="{4B2D4BA9-4620-4792-AB10-ED2541D1636A}" type="presParOf" srcId="{F51F39F6-6734-4E29-A048-11C04A9064A7}" destId="{49FD39E9-FEA9-4449-A62D-908CAAE0AF99}" srcOrd="3" destOrd="0" presId="urn:microsoft.com/office/officeart/2005/8/layout/orgChart1"/>
    <dgm:cxn modelId="{CE67D829-CF8F-4B64-97A0-5C7EAFF531B5}" type="presParOf" srcId="{49FD39E9-FEA9-4449-A62D-908CAAE0AF99}" destId="{C92E12DC-DBB2-4A9E-9281-47FDCDDBDB80}" srcOrd="0" destOrd="0" presId="urn:microsoft.com/office/officeart/2005/8/layout/orgChart1"/>
    <dgm:cxn modelId="{E418A7E7-523E-4F0E-A5DC-FFA5160D72C0}" type="presParOf" srcId="{C92E12DC-DBB2-4A9E-9281-47FDCDDBDB80}" destId="{2BA3E8D1-C189-4A5D-9274-56E523889322}" srcOrd="0" destOrd="0" presId="urn:microsoft.com/office/officeart/2005/8/layout/orgChart1"/>
    <dgm:cxn modelId="{F784CBCD-1FBD-4BA9-8F53-8ABBB13F1F5E}" type="presParOf" srcId="{C92E12DC-DBB2-4A9E-9281-47FDCDDBDB80}" destId="{D9ADC929-16F5-44B0-AAFC-B0BD0ABE4672}" srcOrd="1" destOrd="0" presId="urn:microsoft.com/office/officeart/2005/8/layout/orgChart1"/>
    <dgm:cxn modelId="{60A9058E-E26D-4996-AA52-E93AD3D555E3}" type="presParOf" srcId="{49FD39E9-FEA9-4449-A62D-908CAAE0AF99}" destId="{2FE07E2C-315C-4AEA-B709-2A719D8BE01B}" srcOrd="1" destOrd="0" presId="urn:microsoft.com/office/officeart/2005/8/layout/orgChart1"/>
    <dgm:cxn modelId="{39EB03D4-FB97-45B2-8BBA-3EB7771142B2}" type="presParOf" srcId="{49FD39E9-FEA9-4449-A62D-908CAAE0AF99}" destId="{50CA2E98-58C8-4616-879C-6BE3469C2C25}" srcOrd="2" destOrd="0" presId="urn:microsoft.com/office/officeart/2005/8/layout/orgChart1"/>
    <dgm:cxn modelId="{A5A25033-B4FC-4BE6-9A0A-0527004A7336}" type="presParOf" srcId="{94516E2D-F885-45E1-B822-8D25AC6D44ED}" destId="{CEF6525A-ABBF-4054-A9C1-E53FAEE62737}" srcOrd="2" destOrd="0" presId="urn:microsoft.com/office/officeart/2005/8/layout/orgChart1"/>
    <dgm:cxn modelId="{8688A63B-2F41-47AD-B7CC-41EAE13F8BDB}" type="presParOf" srcId="{C65B50DB-B97B-4390-8646-CFA78728C842}" destId="{3F023E40-A6DE-48CD-B042-BA81EAB583C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17BEB7B-A982-45BA-92FE-12FD93B93E2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F7BF540-855D-4E4F-ADBF-761AA7D450DD}">
      <dgm:prSet phldrT="[Text]"/>
      <dgm:spPr>
        <a:solidFill>
          <a:schemeClr val="tx1"/>
        </a:solidFill>
      </dgm:spPr>
      <dgm:t>
        <a:bodyPr/>
        <a:lstStyle/>
        <a:p>
          <a:r>
            <a:rPr lang="en-IN" dirty="0">
              <a:latin typeface="Comic Sans MS" panose="030F0702030302020204" pitchFamily="66" charset="0"/>
            </a:rPr>
            <a:t>Prometheus</a:t>
          </a:r>
        </a:p>
      </dgm:t>
    </dgm:pt>
    <dgm:pt modelId="{A2C2B7EE-7F64-42FA-9EFA-061E70E7E5CC}" type="parTrans" cxnId="{CD6B0EAF-D159-48F0-BE1C-25360EA9F3FF}">
      <dgm:prSet/>
      <dgm:spPr/>
      <dgm:t>
        <a:bodyPr/>
        <a:lstStyle/>
        <a:p>
          <a:endParaRPr lang="en-IN"/>
        </a:p>
      </dgm:t>
    </dgm:pt>
    <dgm:pt modelId="{C801208E-ACE7-498D-A84B-4A5233A488D4}" type="sibTrans" cxnId="{CD6B0EAF-D159-48F0-BE1C-25360EA9F3FF}">
      <dgm:prSet/>
      <dgm:spPr/>
      <dgm:t>
        <a:bodyPr/>
        <a:lstStyle/>
        <a:p>
          <a:endParaRPr lang="en-IN"/>
        </a:p>
      </dgm:t>
    </dgm:pt>
    <dgm:pt modelId="{4222DCFF-360B-4B72-9DED-FEC4E558A1F6}">
      <dgm:prSet phldrT="[Text]" custT="1"/>
      <dgm:spPr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8009" tIns="22670" rIns="22670" bIns="22670" numCol="1" spcCol="1270" anchor="ctr" anchorCtr="0"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Evaluates Rules</a:t>
          </a:r>
        </a:p>
      </dgm:t>
    </dgm:pt>
    <dgm:pt modelId="{3697F179-0013-4540-9BDC-428BC7379C32}" type="parTrans" cxnId="{F3D7FC38-73B2-4DCC-9225-3596DAEA4106}">
      <dgm:prSet/>
      <dgm:spPr/>
      <dgm:t>
        <a:bodyPr/>
        <a:lstStyle/>
        <a:p>
          <a:endParaRPr lang="en-IN"/>
        </a:p>
      </dgm:t>
    </dgm:pt>
    <dgm:pt modelId="{FAEEC877-ADEA-4185-867E-1345A77A49B8}" type="sibTrans" cxnId="{F3D7FC38-73B2-4DCC-9225-3596DAEA4106}">
      <dgm:prSet/>
      <dgm:spPr/>
      <dgm:t>
        <a:bodyPr/>
        <a:lstStyle/>
        <a:p>
          <a:endParaRPr lang="en-IN"/>
        </a:p>
      </dgm:t>
    </dgm:pt>
    <dgm:pt modelId="{268F968F-78DD-48D9-B2B3-A7EADF1B6407}">
      <dgm:prSet phldrT="[Text]" custT="1"/>
      <dgm:spPr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8009" tIns="22670" rIns="22670" bIns="22670" numCol="1" spcCol="1270" anchor="ctr" anchorCtr="0"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Alertmanager</a:t>
          </a:r>
          <a:endParaRPr lang="en-IN" sz="1700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</dgm:t>
    </dgm:pt>
    <dgm:pt modelId="{3B85D4CA-5F1F-4276-B4BF-4278B8B1293A}" type="parTrans" cxnId="{9EAF35B8-A1EC-4DAB-BA2A-D385EC4A097D}">
      <dgm:prSet/>
      <dgm:spPr/>
      <dgm:t>
        <a:bodyPr/>
        <a:lstStyle/>
        <a:p>
          <a:endParaRPr lang="en-IN"/>
        </a:p>
      </dgm:t>
    </dgm:pt>
    <dgm:pt modelId="{5826B126-C838-4512-B78C-3CE30AA9FD00}" type="sibTrans" cxnId="{9EAF35B8-A1EC-4DAB-BA2A-D385EC4A097D}">
      <dgm:prSet/>
      <dgm:spPr/>
      <dgm:t>
        <a:bodyPr/>
        <a:lstStyle/>
        <a:p>
          <a:endParaRPr lang="en-IN"/>
        </a:p>
      </dgm:t>
    </dgm:pt>
    <dgm:pt modelId="{132E2666-CC0D-4893-B530-CBEDC5636CFF}">
      <dgm:prSet phldrT="[Text]" custT="1"/>
      <dgm:spPr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8009" tIns="22670" rIns="22670" bIns="22670" numCol="1" spcCol="1270" anchor="ctr" anchorCtr="0"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Alert Notification</a:t>
          </a:r>
        </a:p>
      </dgm:t>
    </dgm:pt>
    <dgm:pt modelId="{AC7C4D25-F97D-47CB-A3A2-16116A6833DC}" type="parTrans" cxnId="{559A63D4-58CD-412F-B5C3-F21B96CE2A39}">
      <dgm:prSet/>
      <dgm:spPr/>
      <dgm:t>
        <a:bodyPr/>
        <a:lstStyle/>
        <a:p>
          <a:endParaRPr lang="en-IN"/>
        </a:p>
      </dgm:t>
    </dgm:pt>
    <dgm:pt modelId="{D63108AF-EF38-42D2-9177-44FCF4A9B9F2}" type="sibTrans" cxnId="{559A63D4-58CD-412F-B5C3-F21B96CE2A39}">
      <dgm:prSet/>
      <dgm:spPr/>
      <dgm:t>
        <a:bodyPr/>
        <a:lstStyle/>
        <a:p>
          <a:endParaRPr lang="en-IN"/>
        </a:p>
      </dgm:t>
    </dgm:pt>
    <dgm:pt modelId="{C08B758C-2C70-4378-8216-13FD9B6B620E}" type="pres">
      <dgm:prSet presAssocID="{317BEB7B-A982-45BA-92FE-12FD93B93E20}" presName="Name0" presStyleCnt="0">
        <dgm:presLayoutVars>
          <dgm:dir/>
          <dgm:animLvl val="lvl"/>
          <dgm:resizeHandles val="exact"/>
        </dgm:presLayoutVars>
      </dgm:prSet>
      <dgm:spPr/>
    </dgm:pt>
    <dgm:pt modelId="{EE6C45D0-C127-46DB-A2B2-5D8CA25CE90A}" type="pres">
      <dgm:prSet presAssocID="{BF7BF540-855D-4E4F-ADBF-761AA7D450DD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3783932-53E6-4524-8E9C-EA0A7A5F58C4}" type="pres">
      <dgm:prSet presAssocID="{C801208E-ACE7-498D-A84B-4A5233A488D4}" presName="parTxOnlySpace" presStyleCnt="0"/>
      <dgm:spPr/>
    </dgm:pt>
    <dgm:pt modelId="{6DF34328-B8BC-4A27-A45F-DF6B21AF8192}" type="pres">
      <dgm:prSet presAssocID="{4222DCFF-360B-4B72-9DED-FEC4E558A1F6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xfrm>
          <a:off x="1979017" y="622404"/>
          <a:ext cx="2194718" cy="877887"/>
        </a:xfrm>
        <a:prstGeom prst="chevron">
          <a:avLst/>
        </a:prstGeom>
      </dgm:spPr>
    </dgm:pt>
    <dgm:pt modelId="{EB322664-8EF8-4C66-93DF-D8026AD27804}" type="pres">
      <dgm:prSet presAssocID="{FAEEC877-ADEA-4185-867E-1345A77A49B8}" presName="parTxOnlySpace" presStyleCnt="0"/>
      <dgm:spPr/>
    </dgm:pt>
    <dgm:pt modelId="{B969D82B-7CA6-4E95-B764-5C9A9602AA33}" type="pres">
      <dgm:prSet presAssocID="{268F968F-78DD-48D9-B2B3-A7EADF1B6407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xfrm>
          <a:off x="3954264" y="622404"/>
          <a:ext cx="2194718" cy="877887"/>
        </a:xfrm>
        <a:prstGeom prst="chevron">
          <a:avLst/>
        </a:prstGeom>
      </dgm:spPr>
    </dgm:pt>
    <dgm:pt modelId="{C72F9E52-A6FA-4FCB-857C-1262799809E7}" type="pres">
      <dgm:prSet presAssocID="{5826B126-C838-4512-B78C-3CE30AA9FD00}" presName="parTxOnlySpace" presStyleCnt="0"/>
      <dgm:spPr/>
    </dgm:pt>
    <dgm:pt modelId="{B3F9B8BD-E8A6-4368-920F-114C596A3D4F}" type="pres">
      <dgm:prSet presAssocID="{132E2666-CC0D-4893-B530-CBEDC5636CFF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xfrm>
          <a:off x="5929510" y="622404"/>
          <a:ext cx="2194718" cy="877887"/>
        </a:xfrm>
        <a:prstGeom prst="chevron">
          <a:avLst/>
        </a:prstGeom>
      </dgm:spPr>
    </dgm:pt>
  </dgm:ptLst>
  <dgm:cxnLst>
    <dgm:cxn modelId="{79930920-4ACD-46C8-B092-4B502F0D316B}" type="presOf" srcId="{317BEB7B-A982-45BA-92FE-12FD93B93E20}" destId="{C08B758C-2C70-4378-8216-13FD9B6B620E}" srcOrd="0" destOrd="0" presId="urn:microsoft.com/office/officeart/2005/8/layout/chevron1"/>
    <dgm:cxn modelId="{E5CB3120-FB4E-407C-8C77-D21F8ABD398A}" type="presOf" srcId="{132E2666-CC0D-4893-B530-CBEDC5636CFF}" destId="{B3F9B8BD-E8A6-4368-920F-114C596A3D4F}" srcOrd="0" destOrd="0" presId="urn:microsoft.com/office/officeart/2005/8/layout/chevron1"/>
    <dgm:cxn modelId="{F3D7FC38-73B2-4DCC-9225-3596DAEA4106}" srcId="{317BEB7B-A982-45BA-92FE-12FD93B93E20}" destId="{4222DCFF-360B-4B72-9DED-FEC4E558A1F6}" srcOrd="1" destOrd="0" parTransId="{3697F179-0013-4540-9BDC-428BC7379C32}" sibTransId="{FAEEC877-ADEA-4185-867E-1345A77A49B8}"/>
    <dgm:cxn modelId="{CD6B0EAF-D159-48F0-BE1C-25360EA9F3FF}" srcId="{317BEB7B-A982-45BA-92FE-12FD93B93E20}" destId="{BF7BF540-855D-4E4F-ADBF-761AA7D450DD}" srcOrd="0" destOrd="0" parTransId="{A2C2B7EE-7F64-42FA-9EFA-061E70E7E5CC}" sibTransId="{C801208E-ACE7-498D-A84B-4A5233A488D4}"/>
    <dgm:cxn modelId="{7029B2B5-B283-4C02-BB4C-03244CDCD6A1}" type="presOf" srcId="{268F968F-78DD-48D9-B2B3-A7EADF1B6407}" destId="{B969D82B-7CA6-4E95-B764-5C9A9602AA33}" srcOrd="0" destOrd="0" presId="urn:microsoft.com/office/officeart/2005/8/layout/chevron1"/>
    <dgm:cxn modelId="{9EAF35B8-A1EC-4DAB-BA2A-D385EC4A097D}" srcId="{317BEB7B-A982-45BA-92FE-12FD93B93E20}" destId="{268F968F-78DD-48D9-B2B3-A7EADF1B6407}" srcOrd="2" destOrd="0" parTransId="{3B85D4CA-5F1F-4276-B4BF-4278B8B1293A}" sibTransId="{5826B126-C838-4512-B78C-3CE30AA9FD00}"/>
    <dgm:cxn modelId="{559A63D4-58CD-412F-B5C3-F21B96CE2A39}" srcId="{317BEB7B-A982-45BA-92FE-12FD93B93E20}" destId="{132E2666-CC0D-4893-B530-CBEDC5636CFF}" srcOrd="3" destOrd="0" parTransId="{AC7C4D25-F97D-47CB-A3A2-16116A6833DC}" sibTransId="{D63108AF-EF38-42D2-9177-44FCF4A9B9F2}"/>
    <dgm:cxn modelId="{C298A5E4-19C8-457E-A3E5-BF07002130F5}" type="presOf" srcId="{BF7BF540-855D-4E4F-ADBF-761AA7D450DD}" destId="{EE6C45D0-C127-46DB-A2B2-5D8CA25CE90A}" srcOrd="0" destOrd="0" presId="urn:microsoft.com/office/officeart/2005/8/layout/chevron1"/>
    <dgm:cxn modelId="{896DDFF3-E60A-4D5D-BC7F-417703059259}" type="presOf" srcId="{4222DCFF-360B-4B72-9DED-FEC4E558A1F6}" destId="{6DF34328-B8BC-4A27-A45F-DF6B21AF8192}" srcOrd="0" destOrd="0" presId="urn:microsoft.com/office/officeart/2005/8/layout/chevron1"/>
    <dgm:cxn modelId="{B0F40E41-A637-46CD-89C7-4BF61BE17109}" type="presParOf" srcId="{C08B758C-2C70-4378-8216-13FD9B6B620E}" destId="{EE6C45D0-C127-46DB-A2B2-5D8CA25CE90A}" srcOrd="0" destOrd="0" presId="urn:microsoft.com/office/officeart/2005/8/layout/chevron1"/>
    <dgm:cxn modelId="{09CC2F29-5840-47DA-9253-F3422FFADC6D}" type="presParOf" srcId="{C08B758C-2C70-4378-8216-13FD9B6B620E}" destId="{93783932-53E6-4524-8E9C-EA0A7A5F58C4}" srcOrd="1" destOrd="0" presId="urn:microsoft.com/office/officeart/2005/8/layout/chevron1"/>
    <dgm:cxn modelId="{4E72E5FF-A622-47B3-A6DF-5249B6CCB835}" type="presParOf" srcId="{C08B758C-2C70-4378-8216-13FD9B6B620E}" destId="{6DF34328-B8BC-4A27-A45F-DF6B21AF8192}" srcOrd="2" destOrd="0" presId="urn:microsoft.com/office/officeart/2005/8/layout/chevron1"/>
    <dgm:cxn modelId="{87DC646F-0280-4F26-918F-0384F41F4963}" type="presParOf" srcId="{C08B758C-2C70-4378-8216-13FD9B6B620E}" destId="{EB322664-8EF8-4C66-93DF-D8026AD27804}" srcOrd="3" destOrd="0" presId="urn:microsoft.com/office/officeart/2005/8/layout/chevron1"/>
    <dgm:cxn modelId="{03AEF98F-0824-4CEC-8F20-A4675062792C}" type="presParOf" srcId="{C08B758C-2C70-4378-8216-13FD9B6B620E}" destId="{B969D82B-7CA6-4E95-B764-5C9A9602AA33}" srcOrd="4" destOrd="0" presId="urn:microsoft.com/office/officeart/2005/8/layout/chevron1"/>
    <dgm:cxn modelId="{AE888E6E-C893-4038-9685-C5C3CB9285C5}" type="presParOf" srcId="{C08B758C-2C70-4378-8216-13FD9B6B620E}" destId="{C72F9E52-A6FA-4FCB-857C-1262799809E7}" srcOrd="5" destOrd="0" presId="urn:microsoft.com/office/officeart/2005/8/layout/chevron1"/>
    <dgm:cxn modelId="{39A88515-8B3A-4597-A9B4-48F9362A593C}" type="presParOf" srcId="{C08B758C-2C70-4378-8216-13FD9B6B620E}" destId="{B3F9B8BD-E8A6-4368-920F-114C596A3D4F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523E0F7-341E-46DE-ADDF-12A8E6ABD51D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82D7FA7-C6F2-42EE-96F4-0D5372FE6470}">
      <dgm:prSet phldrT="[Text]" custT="1"/>
      <dgm:spPr>
        <a:solidFill>
          <a:schemeClr val="tx1"/>
        </a:solidFill>
      </dgm:spPr>
      <dgm:t>
        <a:bodyPr/>
        <a:lstStyle/>
        <a:p>
          <a:r>
            <a:rPr lang="en-IN" sz="1800" dirty="0">
              <a:latin typeface="Comic Sans MS" panose="030F0702030302020204" pitchFamily="66" charset="0"/>
            </a:rPr>
            <a:t>Current Project</a:t>
          </a:r>
        </a:p>
      </dgm:t>
    </dgm:pt>
    <dgm:pt modelId="{1A7B00F3-45F4-4926-B15E-0FDDC7B70284}" type="parTrans" cxnId="{D75BA18B-AC87-4F1C-AD5D-DD6AF07241BD}">
      <dgm:prSet/>
      <dgm:spPr/>
      <dgm:t>
        <a:bodyPr/>
        <a:lstStyle/>
        <a:p>
          <a:endParaRPr lang="en-IN"/>
        </a:p>
      </dgm:t>
    </dgm:pt>
    <dgm:pt modelId="{40AD0931-4C37-4A64-B91C-8AD8B06291C2}" type="sibTrans" cxnId="{D75BA18B-AC87-4F1C-AD5D-DD6AF07241BD}">
      <dgm:prSet/>
      <dgm:spPr/>
      <dgm:t>
        <a:bodyPr/>
        <a:lstStyle/>
        <a:p>
          <a:endParaRPr lang="en-IN"/>
        </a:p>
      </dgm:t>
    </dgm:pt>
    <dgm:pt modelId="{4DF0C619-14EA-4362-B6FF-5886F3F62678}">
      <dgm:prSet phldrT="[Text]" custT="1"/>
      <dgm:spPr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7145" tIns="17145" rIns="17145" bIns="17145" numCol="1" spcCol="1270" anchor="ctr" anchorCtr="0"/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Kubernetes</a:t>
          </a:r>
        </a:p>
      </dgm:t>
    </dgm:pt>
    <dgm:pt modelId="{E4BE4E3C-F1C2-47A5-BE51-0AE4A9A683A3}" type="parTrans" cxnId="{A3CF02C6-CF42-4CA3-A16E-7DD66F76C634}">
      <dgm:prSet/>
      <dgm:spPr/>
      <dgm:t>
        <a:bodyPr/>
        <a:lstStyle/>
        <a:p>
          <a:endParaRPr lang="en-IN"/>
        </a:p>
      </dgm:t>
    </dgm:pt>
    <dgm:pt modelId="{83D18A65-B6B1-45A3-93AE-13595A11E791}" type="sibTrans" cxnId="{A3CF02C6-CF42-4CA3-A16E-7DD66F76C634}">
      <dgm:prSet/>
      <dgm:spPr/>
      <dgm:t>
        <a:bodyPr/>
        <a:lstStyle/>
        <a:p>
          <a:endParaRPr lang="en-IN"/>
        </a:p>
      </dgm:t>
    </dgm:pt>
    <dgm:pt modelId="{47A29D19-D8B0-4964-AB40-3DF188608D25}">
      <dgm:prSet phldrT="[Text]" custT="1"/>
      <dgm:spPr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7145" tIns="17145" rIns="17145" bIns="17145" numCol="1" spcCol="1270" anchor="ctr" anchorCtr="0"/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Slack Alerts</a:t>
          </a:r>
        </a:p>
      </dgm:t>
    </dgm:pt>
    <dgm:pt modelId="{07D409B5-A774-4FB7-8A69-E4D7523EA09D}" type="parTrans" cxnId="{A4151EA7-12F2-441D-9A87-89B30CD6CBF2}">
      <dgm:prSet/>
      <dgm:spPr/>
      <dgm:t>
        <a:bodyPr/>
        <a:lstStyle/>
        <a:p>
          <a:endParaRPr lang="en-IN"/>
        </a:p>
      </dgm:t>
    </dgm:pt>
    <dgm:pt modelId="{45E519D7-9EDC-4096-BA90-4874B4D1C634}" type="sibTrans" cxnId="{A4151EA7-12F2-441D-9A87-89B30CD6CBF2}">
      <dgm:prSet/>
      <dgm:spPr/>
      <dgm:t>
        <a:bodyPr/>
        <a:lstStyle/>
        <a:p>
          <a:endParaRPr lang="en-IN"/>
        </a:p>
      </dgm:t>
    </dgm:pt>
    <dgm:pt modelId="{39CA3726-2F00-47AC-858E-7C7B2E42C813}">
      <dgm:prSet phldrT="[Text]" custT="1"/>
      <dgm:spPr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7145" tIns="17145" rIns="17145" bIns="17145" numCol="1" spcCol="1270" anchor="ctr" anchorCtr="0"/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Loki + Tempo</a:t>
          </a:r>
        </a:p>
      </dgm:t>
    </dgm:pt>
    <dgm:pt modelId="{15C0656B-E50B-4D54-A21F-0D582D752395}" type="parTrans" cxnId="{CEABFA01-2BE4-4B0A-95BF-6C30B107B41A}">
      <dgm:prSet/>
      <dgm:spPr/>
      <dgm:t>
        <a:bodyPr/>
        <a:lstStyle/>
        <a:p>
          <a:endParaRPr lang="en-IN"/>
        </a:p>
      </dgm:t>
    </dgm:pt>
    <dgm:pt modelId="{D496934E-EBAA-4E83-87C3-F6B12B6B5056}" type="sibTrans" cxnId="{CEABFA01-2BE4-4B0A-95BF-6C30B107B41A}">
      <dgm:prSet/>
      <dgm:spPr/>
      <dgm:t>
        <a:bodyPr/>
        <a:lstStyle/>
        <a:p>
          <a:endParaRPr lang="en-IN"/>
        </a:p>
      </dgm:t>
    </dgm:pt>
    <dgm:pt modelId="{693C006F-B873-4967-B580-4A7E5583D4AD}">
      <dgm:prSet phldrT="[Text]" custT="1"/>
      <dgm:spPr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7145" tIns="17145" rIns="17145" bIns="17145" numCol="1" spcCol="1270" anchor="ctr" anchorCtr="0"/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Multi-Region Monitoring</a:t>
          </a:r>
        </a:p>
      </dgm:t>
    </dgm:pt>
    <dgm:pt modelId="{16DA6F5A-C133-472B-AFB3-FA15A8FA1F64}" type="parTrans" cxnId="{E85BD656-3CA7-4B8F-8D85-EF18C441C349}">
      <dgm:prSet/>
      <dgm:spPr/>
      <dgm:t>
        <a:bodyPr/>
        <a:lstStyle/>
        <a:p>
          <a:endParaRPr lang="en-IN"/>
        </a:p>
      </dgm:t>
    </dgm:pt>
    <dgm:pt modelId="{6861E5F4-D1DF-4A52-80EA-9C1B596EB775}" type="sibTrans" cxnId="{E85BD656-3CA7-4B8F-8D85-EF18C441C349}">
      <dgm:prSet/>
      <dgm:spPr/>
      <dgm:t>
        <a:bodyPr/>
        <a:lstStyle/>
        <a:p>
          <a:endParaRPr lang="en-IN"/>
        </a:p>
      </dgm:t>
    </dgm:pt>
    <dgm:pt modelId="{95267A7F-168C-4E14-8E0E-DCB960444AC8}" type="pres">
      <dgm:prSet presAssocID="{8523E0F7-341E-46DE-ADDF-12A8E6ABD51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E81D83B-9313-4066-ABCE-1349651CCFC4}" type="pres">
      <dgm:prSet presAssocID="{082D7FA7-C6F2-42EE-96F4-0D5372FE6470}" presName="root1" presStyleCnt="0"/>
      <dgm:spPr/>
    </dgm:pt>
    <dgm:pt modelId="{56DFE43F-074C-4E0E-9A12-6D58ACCAECD1}" type="pres">
      <dgm:prSet presAssocID="{082D7FA7-C6F2-42EE-96F4-0D5372FE6470}" presName="LevelOneTextNode" presStyleLbl="node0" presStyleIdx="0" presStyleCnt="5">
        <dgm:presLayoutVars>
          <dgm:chPref val="3"/>
        </dgm:presLayoutVars>
      </dgm:prSet>
      <dgm:spPr/>
    </dgm:pt>
    <dgm:pt modelId="{530CBD17-EAB5-4BDC-8E4D-082BEA911202}" type="pres">
      <dgm:prSet presAssocID="{082D7FA7-C6F2-42EE-96F4-0D5372FE6470}" presName="level2hierChild" presStyleCnt="0"/>
      <dgm:spPr/>
    </dgm:pt>
    <dgm:pt modelId="{C0F181BB-4C22-4638-AA50-33DE7C14FCD3}" type="pres">
      <dgm:prSet presAssocID="{4DF0C619-14EA-4362-B6FF-5886F3F62678}" presName="root1" presStyleCnt="0"/>
      <dgm:spPr/>
    </dgm:pt>
    <dgm:pt modelId="{6DA267F9-336B-40D1-82A5-6FCF8BE3EEC8}" type="pres">
      <dgm:prSet presAssocID="{4DF0C619-14EA-4362-B6FF-5886F3F62678}" presName="LevelOneTextNode" presStyleLbl="node0" presStyleIdx="1" presStyleCnt="5">
        <dgm:presLayoutVars>
          <dgm:chPref val="3"/>
        </dgm:presLayoutVars>
      </dgm:prSet>
      <dgm:spPr>
        <a:xfrm>
          <a:off x="985993" y="1113697"/>
          <a:ext cx="1934104" cy="967052"/>
        </a:xfrm>
        <a:prstGeom prst="roundRect">
          <a:avLst>
            <a:gd name="adj" fmla="val 10000"/>
          </a:avLst>
        </a:prstGeom>
      </dgm:spPr>
    </dgm:pt>
    <dgm:pt modelId="{C274C4F6-4560-480D-944D-4E12A2D8EB9D}" type="pres">
      <dgm:prSet presAssocID="{4DF0C619-14EA-4362-B6FF-5886F3F62678}" presName="level2hierChild" presStyleCnt="0"/>
      <dgm:spPr/>
    </dgm:pt>
    <dgm:pt modelId="{A620287D-158C-420A-A0B9-0CE00C9E31C1}" type="pres">
      <dgm:prSet presAssocID="{47A29D19-D8B0-4964-AB40-3DF188608D25}" presName="root1" presStyleCnt="0"/>
      <dgm:spPr/>
    </dgm:pt>
    <dgm:pt modelId="{1694B203-7C56-4019-A1EB-7FD5F10A3B11}" type="pres">
      <dgm:prSet presAssocID="{47A29D19-D8B0-4964-AB40-3DF188608D25}" presName="LevelOneTextNode" presStyleLbl="node0" presStyleIdx="2" presStyleCnt="5">
        <dgm:presLayoutVars>
          <dgm:chPref val="3"/>
        </dgm:presLayoutVars>
      </dgm:prSet>
      <dgm:spPr>
        <a:xfrm>
          <a:off x="985993" y="2225807"/>
          <a:ext cx="1934104" cy="967052"/>
        </a:xfrm>
        <a:prstGeom prst="roundRect">
          <a:avLst>
            <a:gd name="adj" fmla="val 10000"/>
          </a:avLst>
        </a:prstGeom>
      </dgm:spPr>
    </dgm:pt>
    <dgm:pt modelId="{289470A1-85A2-4CD4-B935-BDF9279FD595}" type="pres">
      <dgm:prSet presAssocID="{47A29D19-D8B0-4964-AB40-3DF188608D25}" presName="level2hierChild" presStyleCnt="0"/>
      <dgm:spPr/>
    </dgm:pt>
    <dgm:pt modelId="{51022855-0F77-4536-AF00-A80C298DA503}" type="pres">
      <dgm:prSet presAssocID="{39CA3726-2F00-47AC-858E-7C7B2E42C813}" presName="root1" presStyleCnt="0"/>
      <dgm:spPr/>
    </dgm:pt>
    <dgm:pt modelId="{D772015C-6E97-460F-A772-5D25BCC96CEB}" type="pres">
      <dgm:prSet presAssocID="{39CA3726-2F00-47AC-858E-7C7B2E42C813}" presName="LevelOneTextNode" presStyleLbl="node0" presStyleIdx="3" presStyleCnt="5">
        <dgm:presLayoutVars>
          <dgm:chPref val="3"/>
        </dgm:presLayoutVars>
      </dgm:prSet>
      <dgm:spPr>
        <a:xfrm>
          <a:off x="985993" y="3337917"/>
          <a:ext cx="1934104" cy="967052"/>
        </a:xfrm>
        <a:prstGeom prst="roundRect">
          <a:avLst>
            <a:gd name="adj" fmla="val 10000"/>
          </a:avLst>
        </a:prstGeom>
      </dgm:spPr>
    </dgm:pt>
    <dgm:pt modelId="{2F1978CA-EB1E-4080-8E44-76005525699B}" type="pres">
      <dgm:prSet presAssocID="{39CA3726-2F00-47AC-858E-7C7B2E42C813}" presName="level2hierChild" presStyleCnt="0"/>
      <dgm:spPr/>
    </dgm:pt>
    <dgm:pt modelId="{BEFCE2A7-9244-423D-9105-FAABA4343DCF}" type="pres">
      <dgm:prSet presAssocID="{693C006F-B873-4967-B580-4A7E5583D4AD}" presName="root1" presStyleCnt="0"/>
      <dgm:spPr/>
    </dgm:pt>
    <dgm:pt modelId="{686BA771-7F35-4059-97DB-6AEF7F299B01}" type="pres">
      <dgm:prSet presAssocID="{693C006F-B873-4967-B580-4A7E5583D4AD}" presName="LevelOneTextNode" presStyleLbl="node0" presStyleIdx="4" presStyleCnt="5">
        <dgm:presLayoutVars>
          <dgm:chPref val="3"/>
        </dgm:presLayoutVars>
      </dgm:prSet>
      <dgm:spPr>
        <a:xfrm>
          <a:off x="985993" y="4450027"/>
          <a:ext cx="1934104" cy="967052"/>
        </a:xfrm>
        <a:prstGeom prst="roundRect">
          <a:avLst>
            <a:gd name="adj" fmla="val 10000"/>
          </a:avLst>
        </a:prstGeom>
      </dgm:spPr>
    </dgm:pt>
    <dgm:pt modelId="{824F8F43-8BAE-4BC4-A408-D7BCEF5C992D}" type="pres">
      <dgm:prSet presAssocID="{693C006F-B873-4967-B580-4A7E5583D4AD}" presName="level2hierChild" presStyleCnt="0"/>
      <dgm:spPr/>
    </dgm:pt>
  </dgm:ptLst>
  <dgm:cxnLst>
    <dgm:cxn modelId="{CEABFA01-2BE4-4B0A-95BF-6C30B107B41A}" srcId="{8523E0F7-341E-46DE-ADDF-12A8E6ABD51D}" destId="{39CA3726-2F00-47AC-858E-7C7B2E42C813}" srcOrd="3" destOrd="0" parTransId="{15C0656B-E50B-4D54-A21F-0D582D752395}" sibTransId="{D496934E-EBAA-4E83-87C3-F6B12B6B5056}"/>
    <dgm:cxn modelId="{8654DC2D-314D-45B7-BDAD-B39C8277FBBC}" type="presOf" srcId="{693C006F-B873-4967-B580-4A7E5583D4AD}" destId="{686BA771-7F35-4059-97DB-6AEF7F299B01}" srcOrd="0" destOrd="0" presId="urn:microsoft.com/office/officeart/2005/8/layout/hierarchy2"/>
    <dgm:cxn modelId="{55097D3A-4E92-489D-9878-0AB46E06C736}" type="presOf" srcId="{39CA3726-2F00-47AC-858E-7C7B2E42C813}" destId="{D772015C-6E97-460F-A772-5D25BCC96CEB}" srcOrd="0" destOrd="0" presId="urn:microsoft.com/office/officeart/2005/8/layout/hierarchy2"/>
    <dgm:cxn modelId="{35F3E967-2D99-4A67-8BDC-5A4A39566923}" type="presOf" srcId="{082D7FA7-C6F2-42EE-96F4-0D5372FE6470}" destId="{56DFE43F-074C-4E0E-9A12-6D58ACCAECD1}" srcOrd="0" destOrd="0" presId="urn:microsoft.com/office/officeart/2005/8/layout/hierarchy2"/>
    <dgm:cxn modelId="{E85BD656-3CA7-4B8F-8D85-EF18C441C349}" srcId="{8523E0F7-341E-46DE-ADDF-12A8E6ABD51D}" destId="{693C006F-B873-4967-B580-4A7E5583D4AD}" srcOrd="4" destOrd="0" parTransId="{16DA6F5A-C133-472B-AFB3-FA15A8FA1F64}" sibTransId="{6861E5F4-D1DF-4A52-80EA-9C1B596EB775}"/>
    <dgm:cxn modelId="{D75BA18B-AC87-4F1C-AD5D-DD6AF07241BD}" srcId="{8523E0F7-341E-46DE-ADDF-12A8E6ABD51D}" destId="{082D7FA7-C6F2-42EE-96F4-0D5372FE6470}" srcOrd="0" destOrd="0" parTransId="{1A7B00F3-45F4-4926-B15E-0FDDC7B70284}" sibTransId="{40AD0931-4C37-4A64-B91C-8AD8B06291C2}"/>
    <dgm:cxn modelId="{A4151EA7-12F2-441D-9A87-89B30CD6CBF2}" srcId="{8523E0F7-341E-46DE-ADDF-12A8E6ABD51D}" destId="{47A29D19-D8B0-4964-AB40-3DF188608D25}" srcOrd="2" destOrd="0" parTransId="{07D409B5-A774-4FB7-8A69-E4D7523EA09D}" sibTransId="{45E519D7-9EDC-4096-BA90-4874B4D1C634}"/>
    <dgm:cxn modelId="{D4961DA8-AC9E-4A16-87F1-9424BCB11809}" type="presOf" srcId="{47A29D19-D8B0-4964-AB40-3DF188608D25}" destId="{1694B203-7C56-4019-A1EB-7FD5F10A3B11}" srcOrd="0" destOrd="0" presId="urn:microsoft.com/office/officeart/2005/8/layout/hierarchy2"/>
    <dgm:cxn modelId="{925092C5-381C-4EDA-9C25-5234EC47B791}" type="presOf" srcId="{8523E0F7-341E-46DE-ADDF-12A8E6ABD51D}" destId="{95267A7F-168C-4E14-8E0E-DCB960444AC8}" srcOrd="0" destOrd="0" presId="urn:microsoft.com/office/officeart/2005/8/layout/hierarchy2"/>
    <dgm:cxn modelId="{A3CF02C6-CF42-4CA3-A16E-7DD66F76C634}" srcId="{8523E0F7-341E-46DE-ADDF-12A8E6ABD51D}" destId="{4DF0C619-14EA-4362-B6FF-5886F3F62678}" srcOrd="1" destOrd="0" parTransId="{E4BE4E3C-F1C2-47A5-BE51-0AE4A9A683A3}" sibTransId="{83D18A65-B6B1-45A3-93AE-13595A11E791}"/>
    <dgm:cxn modelId="{85C01BEC-8C74-4D14-9D2A-FCCDA3F815BC}" type="presOf" srcId="{4DF0C619-14EA-4362-B6FF-5886F3F62678}" destId="{6DA267F9-336B-40D1-82A5-6FCF8BE3EEC8}" srcOrd="0" destOrd="0" presId="urn:microsoft.com/office/officeart/2005/8/layout/hierarchy2"/>
    <dgm:cxn modelId="{A28E62CE-FDB3-403C-8F77-7131EABB73E1}" type="presParOf" srcId="{95267A7F-168C-4E14-8E0E-DCB960444AC8}" destId="{7E81D83B-9313-4066-ABCE-1349651CCFC4}" srcOrd="0" destOrd="0" presId="urn:microsoft.com/office/officeart/2005/8/layout/hierarchy2"/>
    <dgm:cxn modelId="{6E822C8C-A069-431F-A5AE-A075E5F4D0B5}" type="presParOf" srcId="{7E81D83B-9313-4066-ABCE-1349651CCFC4}" destId="{56DFE43F-074C-4E0E-9A12-6D58ACCAECD1}" srcOrd="0" destOrd="0" presId="urn:microsoft.com/office/officeart/2005/8/layout/hierarchy2"/>
    <dgm:cxn modelId="{6716CF54-3CBA-44A5-A8B2-EC7BEEBFD45F}" type="presParOf" srcId="{7E81D83B-9313-4066-ABCE-1349651CCFC4}" destId="{530CBD17-EAB5-4BDC-8E4D-082BEA911202}" srcOrd="1" destOrd="0" presId="urn:microsoft.com/office/officeart/2005/8/layout/hierarchy2"/>
    <dgm:cxn modelId="{7DF3B91F-C63E-453B-A888-1C290774568E}" type="presParOf" srcId="{95267A7F-168C-4E14-8E0E-DCB960444AC8}" destId="{C0F181BB-4C22-4638-AA50-33DE7C14FCD3}" srcOrd="1" destOrd="0" presId="urn:microsoft.com/office/officeart/2005/8/layout/hierarchy2"/>
    <dgm:cxn modelId="{F159DDEB-F13B-4C56-A346-4A6217AF255D}" type="presParOf" srcId="{C0F181BB-4C22-4638-AA50-33DE7C14FCD3}" destId="{6DA267F9-336B-40D1-82A5-6FCF8BE3EEC8}" srcOrd="0" destOrd="0" presId="urn:microsoft.com/office/officeart/2005/8/layout/hierarchy2"/>
    <dgm:cxn modelId="{72E68CE7-9E6F-4873-8C46-5A91A051B6AC}" type="presParOf" srcId="{C0F181BB-4C22-4638-AA50-33DE7C14FCD3}" destId="{C274C4F6-4560-480D-944D-4E12A2D8EB9D}" srcOrd="1" destOrd="0" presId="urn:microsoft.com/office/officeart/2005/8/layout/hierarchy2"/>
    <dgm:cxn modelId="{2979A7DF-DF38-43F0-9A38-DD3CB1B91A9C}" type="presParOf" srcId="{95267A7F-168C-4E14-8E0E-DCB960444AC8}" destId="{A620287D-158C-420A-A0B9-0CE00C9E31C1}" srcOrd="2" destOrd="0" presId="urn:microsoft.com/office/officeart/2005/8/layout/hierarchy2"/>
    <dgm:cxn modelId="{1B04B603-380A-499F-A6E9-8A6C115FA801}" type="presParOf" srcId="{A620287D-158C-420A-A0B9-0CE00C9E31C1}" destId="{1694B203-7C56-4019-A1EB-7FD5F10A3B11}" srcOrd="0" destOrd="0" presId="urn:microsoft.com/office/officeart/2005/8/layout/hierarchy2"/>
    <dgm:cxn modelId="{F3346F29-7D92-4A4F-9E1D-89BAF698CFB3}" type="presParOf" srcId="{A620287D-158C-420A-A0B9-0CE00C9E31C1}" destId="{289470A1-85A2-4CD4-B935-BDF9279FD595}" srcOrd="1" destOrd="0" presId="urn:microsoft.com/office/officeart/2005/8/layout/hierarchy2"/>
    <dgm:cxn modelId="{A5D3C233-9C96-4F1C-82DD-05954EA2662B}" type="presParOf" srcId="{95267A7F-168C-4E14-8E0E-DCB960444AC8}" destId="{51022855-0F77-4536-AF00-A80C298DA503}" srcOrd="3" destOrd="0" presId="urn:microsoft.com/office/officeart/2005/8/layout/hierarchy2"/>
    <dgm:cxn modelId="{1A91719A-3FA6-4A90-BC3E-D2326ACFF989}" type="presParOf" srcId="{51022855-0F77-4536-AF00-A80C298DA503}" destId="{D772015C-6E97-460F-A772-5D25BCC96CEB}" srcOrd="0" destOrd="0" presId="urn:microsoft.com/office/officeart/2005/8/layout/hierarchy2"/>
    <dgm:cxn modelId="{F7AEF573-141B-4BCD-85E3-C3CCE5B72BF9}" type="presParOf" srcId="{51022855-0F77-4536-AF00-A80C298DA503}" destId="{2F1978CA-EB1E-4080-8E44-76005525699B}" srcOrd="1" destOrd="0" presId="urn:microsoft.com/office/officeart/2005/8/layout/hierarchy2"/>
    <dgm:cxn modelId="{F5C7BD65-8F52-47C7-B505-66C47AF35AEC}" type="presParOf" srcId="{95267A7F-168C-4E14-8E0E-DCB960444AC8}" destId="{BEFCE2A7-9244-423D-9105-FAABA4343DCF}" srcOrd="4" destOrd="0" presId="urn:microsoft.com/office/officeart/2005/8/layout/hierarchy2"/>
    <dgm:cxn modelId="{F89BC521-87F6-4D89-9297-6E551C96B315}" type="presParOf" srcId="{BEFCE2A7-9244-423D-9105-FAABA4343DCF}" destId="{686BA771-7F35-4059-97DB-6AEF7F299B01}" srcOrd="0" destOrd="0" presId="urn:microsoft.com/office/officeart/2005/8/layout/hierarchy2"/>
    <dgm:cxn modelId="{D0B5F32A-FE9B-4AB7-AC3C-BCCCAC3CA991}" type="presParOf" srcId="{BEFCE2A7-9244-423D-9105-FAABA4343DCF}" destId="{824F8F43-8BAE-4BC4-A408-D7BCEF5C992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FA483E-1B78-4F69-9B0B-DECA75328D43}">
      <dsp:nvSpPr>
        <dsp:cNvPr id="0" name=""/>
        <dsp:cNvSpPr/>
      </dsp:nvSpPr>
      <dsp:spPr>
        <a:xfrm rot="5400000">
          <a:off x="1170420" y="941497"/>
          <a:ext cx="1470344" cy="177273"/>
        </a:xfrm>
        <a:prstGeom prst="rect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022EF5-0ACB-43BD-88F9-93E3BF07EA4E}">
      <dsp:nvSpPr>
        <dsp:cNvPr id="0" name=""/>
        <dsp:cNvSpPr/>
      </dsp:nvSpPr>
      <dsp:spPr>
        <a:xfrm>
          <a:off x="1508184" y="2420"/>
          <a:ext cx="1969704" cy="11818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latin typeface="Comic Sans MS" panose="030F0702030302020204" pitchFamily="66" charset="0"/>
            </a:rPr>
            <a:t>Developer</a:t>
          </a:r>
        </a:p>
      </dsp:txBody>
      <dsp:txXfrm>
        <a:off x="1542798" y="37034"/>
        <a:ext cx="1900476" cy="1112594"/>
      </dsp:txXfrm>
    </dsp:sp>
    <dsp:sp modelId="{FE4A66B0-9C70-4719-ACCF-6E465F803DA6}">
      <dsp:nvSpPr>
        <dsp:cNvPr id="0" name=""/>
        <dsp:cNvSpPr/>
      </dsp:nvSpPr>
      <dsp:spPr>
        <a:xfrm rot="5400000">
          <a:off x="1170420" y="2418776"/>
          <a:ext cx="1470344" cy="177273"/>
        </a:xfrm>
        <a:prstGeom prst="rect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60169F-25A5-45EB-BA37-4768FB4F56BF}">
      <dsp:nvSpPr>
        <dsp:cNvPr id="0" name=""/>
        <dsp:cNvSpPr/>
      </dsp:nvSpPr>
      <dsp:spPr>
        <a:xfrm>
          <a:off x="1508184" y="1479699"/>
          <a:ext cx="1969704" cy="1181822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Git Push</a:t>
          </a:r>
        </a:p>
      </dsp:txBody>
      <dsp:txXfrm>
        <a:off x="1542798" y="1514313"/>
        <a:ext cx="1900476" cy="1112594"/>
      </dsp:txXfrm>
    </dsp:sp>
    <dsp:sp modelId="{0738D25C-F263-411E-9179-AFCA064F5B4B}">
      <dsp:nvSpPr>
        <dsp:cNvPr id="0" name=""/>
        <dsp:cNvSpPr/>
      </dsp:nvSpPr>
      <dsp:spPr>
        <a:xfrm>
          <a:off x="1909060" y="3157415"/>
          <a:ext cx="2612772" cy="177273"/>
        </a:xfrm>
        <a:prstGeom prst="rect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F8955-8595-4ACA-8DA6-A5733E6857F0}">
      <dsp:nvSpPr>
        <dsp:cNvPr id="0" name=""/>
        <dsp:cNvSpPr/>
      </dsp:nvSpPr>
      <dsp:spPr>
        <a:xfrm>
          <a:off x="1508184" y="2956977"/>
          <a:ext cx="1969704" cy="11818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GitLab Pipeline</a:t>
          </a:r>
        </a:p>
      </dsp:txBody>
      <dsp:txXfrm>
        <a:off x="1542798" y="2991591"/>
        <a:ext cx="1900476" cy="1112594"/>
      </dsp:txXfrm>
    </dsp:sp>
    <dsp:sp modelId="{A48214D3-57C8-425A-9FA5-0E511ABAB657}">
      <dsp:nvSpPr>
        <dsp:cNvPr id="0" name=""/>
        <dsp:cNvSpPr/>
      </dsp:nvSpPr>
      <dsp:spPr>
        <a:xfrm rot="16200000">
          <a:off x="3790128" y="2418776"/>
          <a:ext cx="1470344" cy="177273"/>
        </a:xfrm>
        <a:prstGeom prst="rect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D3013-3CBD-4B32-8C1E-60E3260402E3}">
      <dsp:nvSpPr>
        <dsp:cNvPr id="0" name=""/>
        <dsp:cNvSpPr/>
      </dsp:nvSpPr>
      <dsp:spPr>
        <a:xfrm>
          <a:off x="4127892" y="2956977"/>
          <a:ext cx="1969704" cy="1181822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Terraform</a:t>
          </a:r>
          <a:endParaRPr lang="en-IN" sz="2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omic Sans MS" panose="030F0702030302020204" pitchFamily="66" charset="0"/>
            <a:ea typeface="+mn-ea"/>
            <a:cs typeface="+mn-cs"/>
          </a:endParaRPr>
        </a:p>
      </dsp:txBody>
      <dsp:txXfrm>
        <a:off x="4162506" y="2991591"/>
        <a:ext cx="1900476" cy="1112594"/>
      </dsp:txXfrm>
    </dsp:sp>
    <dsp:sp modelId="{368BAF74-8AC0-4B91-B15E-4EF23ED27DCE}">
      <dsp:nvSpPr>
        <dsp:cNvPr id="0" name=""/>
        <dsp:cNvSpPr/>
      </dsp:nvSpPr>
      <dsp:spPr>
        <a:xfrm rot="16200000">
          <a:off x="3790128" y="941497"/>
          <a:ext cx="1470344" cy="177273"/>
        </a:xfrm>
        <a:prstGeom prst="rect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D6DF70-789E-4953-862A-6F1EC68C5E0F}">
      <dsp:nvSpPr>
        <dsp:cNvPr id="0" name=""/>
        <dsp:cNvSpPr/>
      </dsp:nvSpPr>
      <dsp:spPr>
        <a:xfrm>
          <a:off x="4127892" y="1479699"/>
          <a:ext cx="1969704" cy="1181822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AWS EC2</a:t>
          </a:r>
        </a:p>
      </dsp:txBody>
      <dsp:txXfrm>
        <a:off x="4162506" y="1514313"/>
        <a:ext cx="1900476" cy="1112594"/>
      </dsp:txXfrm>
    </dsp:sp>
    <dsp:sp modelId="{21BAF4BB-5BA9-4EC2-B232-53C1C93D0FE9}">
      <dsp:nvSpPr>
        <dsp:cNvPr id="0" name=""/>
        <dsp:cNvSpPr/>
      </dsp:nvSpPr>
      <dsp:spPr>
        <a:xfrm>
          <a:off x="4528767" y="202858"/>
          <a:ext cx="2612772" cy="177273"/>
        </a:xfrm>
        <a:prstGeom prst="rect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34E3B-E59E-4218-B212-CD4AE13FBC67}">
      <dsp:nvSpPr>
        <dsp:cNvPr id="0" name=""/>
        <dsp:cNvSpPr/>
      </dsp:nvSpPr>
      <dsp:spPr>
        <a:xfrm>
          <a:off x="4127892" y="2420"/>
          <a:ext cx="1969704" cy="11818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Ansible</a:t>
          </a:r>
        </a:p>
      </dsp:txBody>
      <dsp:txXfrm>
        <a:off x="4162506" y="37034"/>
        <a:ext cx="1900476" cy="1112594"/>
      </dsp:txXfrm>
    </dsp:sp>
    <dsp:sp modelId="{498A5D8C-9B41-4B12-90CE-F6DD580A4527}">
      <dsp:nvSpPr>
        <dsp:cNvPr id="0" name=""/>
        <dsp:cNvSpPr/>
      </dsp:nvSpPr>
      <dsp:spPr>
        <a:xfrm rot="5400000">
          <a:off x="6409835" y="941497"/>
          <a:ext cx="1470344" cy="177273"/>
        </a:xfrm>
        <a:prstGeom prst="rect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4CCD9A-F256-4B5E-A89A-83D275B74776}">
      <dsp:nvSpPr>
        <dsp:cNvPr id="0" name=""/>
        <dsp:cNvSpPr/>
      </dsp:nvSpPr>
      <dsp:spPr>
        <a:xfrm>
          <a:off x="6747599" y="2420"/>
          <a:ext cx="1969704" cy="11818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Docker</a:t>
          </a:r>
        </a:p>
      </dsp:txBody>
      <dsp:txXfrm>
        <a:off x="6782213" y="37034"/>
        <a:ext cx="1900476" cy="1112594"/>
      </dsp:txXfrm>
    </dsp:sp>
    <dsp:sp modelId="{1C0FFBD3-B7C3-4658-BEEC-E8E86EC472FB}">
      <dsp:nvSpPr>
        <dsp:cNvPr id="0" name=""/>
        <dsp:cNvSpPr/>
      </dsp:nvSpPr>
      <dsp:spPr>
        <a:xfrm rot="5400000">
          <a:off x="6409835" y="2418776"/>
          <a:ext cx="1470344" cy="177273"/>
        </a:xfrm>
        <a:prstGeom prst="rect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22FE11-637B-4A2F-B76C-8D40F0F3D6F6}">
      <dsp:nvSpPr>
        <dsp:cNvPr id="0" name=""/>
        <dsp:cNvSpPr/>
      </dsp:nvSpPr>
      <dsp:spPr>
        <a:xfrm>
          <a:off x="6747599" y="1479699"/>
          <a:ext cx="1969704" cy="1181822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Prometheus</a:t>
          </a:r>
          <a:endParaRPr lang="en-IN" sz="2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omic Sans MS" panose="030F0702030302020204" pitchFamily="66" charset="0"/>
            <a:ea typeface="+mn-ea"/>
            <a:cs typeface="+mn-cs"/>
          </a:endParaRPr>
        </a:p>
      </dsp:txBody>
      <dsp:txXfrm>
        <a:off x="6782213" y="1514313"/>
        <a:ext cx="1900476" cy="1112594"/>
      </dsp:txXfrm>
    </dsp:sp>
    <dsp:sp modelId="{D8C8617F-DE18-495E-8C39-6DE4A7B822C9}">
      <dsp:nvSpPr>
        <dsp:cNvPr id="0" name=""/>
        <dsp:cNvSpPr/>
      </dsp:nvSpPr>
      <dsp:spPr>
        <a:xfrm>
          <a:off x="6747599" y="2956977"/>
          <a:ext cx="1969704" cy="1181822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1905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mic Sans MS" panose="030F0702030302020204" pitchFamily="66" charset="0"/>
              <a:ea typeface="+mn-ea"/>
              <a:cs typeface="+mn-cs"/>
            </a:rPr>
            <a:t>Grafana</a:t>
          </a:r>
        </a:p>
      </dsp:txBody>
      <dsp:txXfrm>
        <a:off x="6782213" y="2991591"/>
        <a:ext cx="1900476" cy="11125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01F9CA-8685-4420-97F7-4E4F859376AC}">
      <dsp:nvSpPr>
        <dsp:cNvPr id="0" name=""/>
        <dsp:cNvSpPr/>
      </dsp:nvSpPr>
      <dsp:spPr>
        <a:xfrm>
          <a:off x="2080409" y="429544"/>
          <a:ext cx="3310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1038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236888" y="473455"/>
        <a:ext cx="18081" cy="3619"/>
      </dsp:txXfrm>
    </dsp:sp>
    <dsp:sp modelId="{7C6F966E-046B-477C-88FB-43952D8066FC}">
      <dsp:nvSpPr>
        <dsp:cNvPr id="0" name=""/>
        <dsp:cNvSpPr/>
      </dsp:nvSpPr>
      <dsp:spPr>
        <a:xfrm>
          <a:off x="509868" y="3562"/>
          <a:ext cx="1572341" cy="943404"/>
        </a:xfrm>
        <a:prstGeom prst="rect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Comic Sans MS" panose="030F0702030302020204" pitchFamily="66" charset="0"/>
            </a:rPr>
            <a:t>secret-detection </a:t>
          </a:r>
          <a:r>
            <a:rPr lang="en-IN" sz="1000" b="1" kern="1200" dirty="0">
              <a:latin typeface="Comic Sans MS" panose="030F0702030302020204" pitchFamily="66" charset="0"/>
            </a:rPr>
            <a:t>Detects if any secret key is pushed to </a:t>
          </a:r>
          <a:r>
            <a:rPr lang="en-IN" sz="1000" b="1" kern="1200" dirty="0" err="1">
              <a:latin typeface="Comic Sans MS" panose="030F0702030302020204" pitchFamily="66" charset="0"/>
            </a:rPr>
            <a:t>gitlab</a:t>
          </a:r>
          <a:endParaRPr lang="en-IN" sz="1000" b="1" kern="1200" dirty="0">
            <a:latin typeface="Comic Sans MS" panose="030F0702030302020204" pitchFamily="66" charset="0"/>
          </a:endParaRPr>
        </a:p>
      </dsp:txBody>
      <dsp:txXfrm>
        <a:off x="509868" y="3562"/>
        <a:ext cx="1572341" cy="943404"/>
      </dsp:txXfrm>
    </dsp:sp>
    <dsp:sp modelId="{6871A37D-F3FC-43CA-8DBA-743A9F1041B8}">
      <dsp:nvSpPr>
        <dsp:cNvPr id="0" name=""/>
        <dsp:cNvSpPr/>
      </dsp:nvSpPr>
      <dsp:spPr>
        <a:xfrm>
          <a:off x="4014389" y="429544"/>
          <a:ext cx="3310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1038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170868" y="473455"/>
        <a:ext cx="18081" cy="3619"/>
      </dsp:txXfrm>
    </dsp:sp>
    <dsp:sp modelId="{6374C6A5-E1C7-4061-B842-EAE9D8228DD4}">
      <dsp:nvSpPr>
        <dsp:cNvPr id="0" name=""/>
        <dsp:cNvSpPr/>
      </dsp:nvSpPr>
      <dsp:spPr>
        <a:xfrm>
          <a:off x="2443848" y="3562"/>
          <a:ext cx="1572341" cy="943404"/>
        </a:xfrm>
        <a:prstGeom prst="rect">
          <a:avLst/>
        </a:prstGeom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tf_init</a:t>
          </a:r>
          <a:endParaRPr lang="en-IN" sz="16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Initializes the terraform backend</a:t>
          </a:r>
        </a:p>
      </dsp:txBody>
      <dsp:txXfrm>
        <a:off x="2443848" y="3562"/>
        <a:ext cx="1572341" cy="943404"/>
      </dsp:txXfrm>
    </dsp:sp>
    <dsp:sp modelId="{15834B4F-DE82-499A-8B61-83E861A1B41C}">
      <dsp:nvSpPr>
        <dsp:cNvPr id="0" name=""/>
        <dsp:cNvSpPr/>
      </dsp:nvSpPr>
      <dsp:spPr>
        <a:xfrm>
          <a:off x="5948369" y="429544"/>
          <a:ext cx="3310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1038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104847" y="473455"/>
        <a:ext cx="18081" cy="3619"/>
      </dsp:txXfrm>
    </dsp:sp>
    <dsp:sp modelId="{42DF717C-0AB6-4F37-9476-A62D8317722A}">
      <dsp:nvSpPr>
        <dsp:cNvPr id="0" name=""/>
        <dsp:cNvSpPr/>
      </dsp:nvSpPr>
      <dsp:spPr>
        <a:xfrm>
          <a:off x="4377828" y="3562"/>
          <a:ext cx="1572341" cy="943404"/>
        </a:xfrm>
        <a:prstGeom prst="rect">
          <a:avLst/>
        </a:prstGeom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tf_fmt</a:t>
          </a:r>
          <a:endParaRPr lang="en-IN" sz="16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Checks if the .tf files are formatted correctly</a:t>
          </a:r>
        </a:p>
      </dsp:txBody>
      <dsp:txXfrm>
        <a:off x="4377828" y="3562"/>
        <a:ext cx="1572341" cy="943404"/>
      </dsp:txXfrm>
    </dsp:sp>
    <dsp:sp modelId="{4B57287B-5A16-4382-8F40-BADC711253BD}">
      <dsp:nvSpPr>
        <dsp:cNvPr id="0" name=""/>
        <dsp:cNvSpPr/>
      </dsp:nvSpPr>
      <dsp:spPr>
        <a:xfrm>
          <a:off x="1296039" y="945167"/>
          <a:ext cx="5801939" cy="331038"/>
        </a:xfrm>
        <a:custGeom>
          <a:avLst/>
          <a:gdLst/>
          <a:ahLst/>
          <a:cxnLst/>
          <a:rect l="0" t="0" r="0" b="0"/>
          <a:pathLst>
            <a:path>
              <a:moveTo>
                <a:pt x="5801939" y="0"/>
              </a:moveTo>
              <a:lnTo>
                <a:pt x="5801939" y="182619"/>
              </a:lnTo>
              <a:lnTo>
                <a:pt x="0" y="182619"/>
              </a:lnTo>
              <a:lnTo>
                <a:pt x="0" y="331038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051679" y="1108876"/>
        <a:ext cx="290659" cy="3619"/>
      </dsp:txXfrm>
    </dsp:sp>
    <dsp:sp modelId="{2B53B6B5-703A-41FA-989F-738BD7EF6988}">
      <dsp:nvSpPr>
        <dsp:cNvPr id="0" name=""/>
        <dsp:cNvSpPr/>
      </dsp:nvSpPr>
      <dsp:spPr>
        <a:xfrm>
          <a:off x="6311808" y="3562"/>
          <a:ext cx="1572341" cy="943404"/>
        </a:xfrm>
        <a:prstGeom prst="rect">
          <a:avLst/>
        </a:prstGeom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tf_validate</a:t>
          </a:r>
          <a:endParaRPr lang="en-IN" sz="16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Checks if the .tf files are valid or not</a:t>
          </a:r>
        </a:p>
      </dsp:txBody>
      <dsp:txXfrm>
        <a:off x="6311808" y="3562"/>
        <a:ext cx="1572341" cy="943404"/>
      </dsp:txXfrm>
    </dsp:sp>
    <dsp:sp modelId="{C8DB3F82-AE07-4EB3-868A-4F0F19135512}">
      <dsp:nvSpPr>
        <dsp:cNvPr id="0" name=""/>
        <dsp:cNvSpPr/>
      </dsp:nvSpPr>
      <dsp:spPr>
        <a:xfrm>
          <a:off x="2080409" y="1734588"/>
          <a:ext cx="3310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1038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236888" y="1778498"/>
        <a:ext cx="18081" cy="3619"/>
      </dsp:txXfrm>
    </dsp:sp>
    <dsp:sp modelId="{579A9896-63AE-493D-B2CC-EEAD9593D9EC}">
      <dsp:nvSpPr>
        <dsp:cNvPr id="0" name=""/>
        <dsp:cNvSpPr/>
      </dsp:nvSpPr>
      <dsp:spPr>
        <a:xfrm>
          <a:off x="509868" y="1308605"/>
          <a:ext cx="1572341" cy="943404"/>
        </a:xfrm>
        <a:prstGeom prst="rect">
          <a:avLst/>
        </a:prstGeom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tf_plan</a:t>
          </a:r>
          <a:endParaRPr lang="en-IN" sz="16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Creates plan file as per the tf configuration</a:t>
          </a:r>
        </a:p>
      </dsp:txBody>
      <dsp:txXfrm>
        <a:off x="509868" y="1308605"/>
        <a:ext cx="1572341" cy="943404"/>
      </dsp:txXfrm>
    </dsp:sp>
    <dsp:sp modelId="{89B88E59-71AD-4C53-A4A9-EBA98A29C4E5}">
      <dsp:nvSpPr>
        <dsp:cNvPr id="0" name=""/>
        <dsp:cNvSpPr/>
      </dsp:nvSpPr>
      <dsp:spPr>
        <a:xfrm>
          <a:off x="4014389" y="1734588"/>
          <a:ext cx="3310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1038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170868" y="1778498"/>
        <a:ext cx="18081" cy="3619"/>
      </dsp:txXfrm>
    </dsp:sp>
    <dsp:sp modelId="{F9AAAE7A-9256-4929-B9E5-9D9DA57C06CA}">
      <dsp:nvSpPr>
        <dsp:cNvPr id="0" name=""/>
        <dsp:cNvSpPr/>
      </dsp:nvSpPr>
      <dsp:spPr>
        <a:xfrm>
          <a:off x="2443848" y="1308605"/>
          <a:ext cx="1572341" cy="943404"/>
        </a:xfrm>
        <a:prstGeom prst="rect">
          <a:avLst/>
        </a:prstGeom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tf_apply</a:t>
          </a:r>
          <a:endParaRPr lang="en-IN" sz="16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Applies the infra in </a:t>
          </a:r>
          <a:r>
            <a:rPr lang="en-IN" sz="10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aws</a:t>
          </a: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 as per the plan</a:t>
          </a:r>
        </a:p>
      </dsp:txBody>
      <dsp:txXfrm>
        <a:off x="2443848" y="1308605"/>
        <a:ext cx="1572341" cy="943404"/>
      </dsp:txXfrm>
    </dsp:sp>
    <dsp:sp modelId="{97DB09D2-759A-4A67-8A01-DD24B74E6284}">
      <dsp:nvSpPr>
        <dsp:cNvPr id="0" name=""/>
        <dsp:cNvSpPr/>
      </dsp:nvSpPr>
      <dsp:spPr>
        <a:xfrm>
          <a:off x="5948369" y="1734588"/>
          <a:ext cx="3310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1038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104847" y="1778498"/>
        <a:ext cx="18081" cy="3619"/>
      </dsp:txXfrm>
    </dsp:sp>
    <dsp:sp modelId="{3C74B0A5-3D63-4139-8AD4-77E2799268B8}">
      <dsp:nvSpPr>
        <dsp:cNvPr id="0" name=""/>
        <dsp:cNvSpPr/>
      </dsp:nvSpPr>
      <dsp:spPr>
        <a:xfrm>
          <a:off x="4377828" y="1308605"/>
          <a:ext cx="1572341" cy="943404"/>
        </a:xfrm>
        <a:prstGeom prst="rect">
          <a:avLst/>
        </a:prstGeom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test_inventory</a:t>
          </a:r>
          <a:endParaRPr lang="en-IN" sz="14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Checks if the ansible dynamic inventory is valid or not</a:t>
          </a:r>
        </a:p>
      </dsp:txBody>
      <dsp:txXfrm>
        <a:off x="4377828" y="1308605"/>
        <a:ext cx="1572341" cy="943404"/>
      </dsp:txXfrm>
    </dsp:sp>
    <dsp:sp modelId="{55C06686-CC39-4911-A390-22D2DCDC5982}">
      <dsp:nvSpPr>
        <dsp:cNvPr id="0" name=""/>
        <dsp:cNvSpPr/>
      </dsp:nvSpPr>
      <dsp:spPr>
        <a:xfrm>
          <a:off x="1296039" y="2250210"/>
          <a:ext cx="5801939" cy="331038"/>
        </a:xfrm>
        <a:custGeom>
          <a:avLst/>
          <a:gdLst/>
          <a:ahLst/>
          <a:cxnLst/>
          <a:rect l="0" t="0" r="0" b="0"/>
          <a:pathLst>
            <a:path>
              <a:moveTo>
                <a:pt x="5801939" y="0"/>
              </a:moveTo>
              <a:lnTo>
                <a:pt x="5801939" y="182619"/>
              </a:lnTo>
              <a:lnTo>
                <a:pt x="0" y="182619"/>
              </a:lnTo>
              <a:lnTo>
                <a:pt x="0" y="331038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051679" y="2413920"/>
        <a:ext cx="290659" cy="3619"/>
      </dsp:txXfrm>
    </dsp:sp>
    <dsp:sp modelId="{3100D0D6-E25F-4D3D-A106-AE05BBF4D5C5}">
      <dsp:nvSpPr>
        <dsp:cNvPr id="0" name=""/>
        <dsp:cNvSpPr/>
      </dsp:nvSpPr>
      <dsp:spPr>
        <a:xfrm>
          <a:off x="6311808" y="1308605"/>
          <a:ext cx="1572341" cy="943404"/>
        </a:xfrm>
        <a:prstGeom prst="rect">
          <a:avLst/>
        </a:prstGeom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test_ansible_connection</a:t>
          </a:r>
          <a:endParaRPr lang="en-IN" sz="12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Checks if ansible does ssh connection successfully to servers</a:t>
          </a:r>
        </a:p>
      </dsp:txBody>
      <dsp:txXfrm>
        <a:off x="6311808" y="1308605"/>
        <a:ext cx="1572341" cy="943404"/>
      </dsp:txXfrm>
    </dsp:sp>
    <dsp:sp modelId="{BFE884C7-2FF1-4E0E-A59E-FFC56C706CEB}">
      <dsp:nvSpPr>
        <dsp:cNvPr id="0" name=""/>
        <dsp:cNvSpPr/>
      </dsp:nvSpPr>
      <dsp:spPr>
        <a:xfrm>
          <a:off x="2080409" y="3039631"/>
          <a:ext cx="3310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1038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236888" y="3083541"/>
        <a:ext cx="18081" cy="3619"/>
      </dsp:txXfrm>
    </dsp:sp>
    <dsp:sp modelId="{C2E998AB-FBEE-47C6-B501-E2F702E5C4C9}">
      <dsp:nvSpPr>
        <dsp:cNvPr id="0" name=""/>
        <dsp:cNvSpPr/>
      </dsp:nvSpPr>
      <dsp:spPr>
        <a:xfrm>
          <a:off x="509868" y="2613649"/>
          <a:ext cx="1572341" cy="943404"/>
        </a:xfrm>
        <a:prstGeom prst="rect">
          <a:avLst/>
        </a:prstGeom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configure_servers</a:t>
          </a:r>
          <a:endParaRPr lang="en-IN" sz="12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Installing pre-requisites on all servers</a:t>
          </a:r>
        </a:p>
      </dsp:txBody>
      <dsp:txXfrm>
        <a:off x="509868" y="2613649"/>
        <a:ext cx="1572341" cy="943404"/>
      </dsp:txXfrm>
    </dsp:sp>
    <dsp:sp modelId="{3A77060E-9976-45BC-BDAE-2AD25AB0281A}">
      <dsp:nvSpPr>
        <dsp:cNvPr id="0" name=""/>
        <dsp:cNvSpPr/>
      </dsp:nvSpPr>
      <dsp:spPr>
        <a:xfrm>
          <a:off x="4014389" y="3039631"/>
          <a:ext cx="3310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1038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170868" y="3083541"/>
        <a:ext cx="18081" cy="3619"/>
      </dsp:txXfrm>
    </dsp:sp>
    <dsp:sp modelId="{B9411F42-F3E1-4F5F-9469-DE76D5295DC2}">
      <dsp:nvSpPr>
        <dsp:cNvPr id="0" name=""/>
        <dsp:cNvSpPr/>
      </dsp:nvSpPr>
      <dsp:spPr>
        <a:xfrm>
          <a:off x="2443848" y="2613649"/>
          <a:ext cx="1572341" cy="943404"/>
        </a:xfrm>
        <a:prstGeom prst="rect">
          <a:avLst/>
        </a:prstGeom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set_target_servers</a:t>
          </a:r>
          <a:endParaRPr lang="en-IN" sz="105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Installs exporters in target servers</a:t>
          </a:r>
        </a:p>
      </dsp:txBody>
      <dsp:txXfrm>
        <a:off x="2443848" y="2613649"/>
        <a:ext cx="1572341" cy="943404"/>
      </dsp:txXfrm>
    </dsp:sp>
    <dsp:sp modelId="{00006FF0-3DDE-4592-A666-88520888BD78}">
      <dsp:nvSpPr>
        <dsp:cNvPr id="0" name=""/>
        <dsp:cNvSpPr/>
      </dsp:nvSpPr>
      <dsp:spPr>
        <a:xfrm>
          <a:off x="5948369" y="3039631"/>
          <a:ext cx="3310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1038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104847" y="3083541"/>
        <a:ext cx="18081" cy="3619"/>
      </dsp:txXfrm>
    </dsp:sp>
    <dsp:sp modelId="{987BAE48-A7D0-43A8-BF4F-67731136DD3B}">
      <dsp:nvSpPr>
        <dsp:cNvPr id="0" name=""/>
        <dsp:cNvSpPr/>
      </dsp:nvSpPr>
      <dsp:spPr>
        <a:xfrm>
          <a:off x="4377828" y="2613649"/>
          <a:ext cx="1572341" cy="943404"/>
        </a:xfrm>
        <a:prstGeom prst="rect">
          <a:avLst/>
        </a:prstGeom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set_monitoring_server</a:t>
          </a:r>
          <a:endParaRPr lang="en-IN" sz="14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Installs tools to monitor target servers</a:t>
          </a:r>
        </a:p>
      </dsp:txBody>
      <dsp:txXfrm>
        <a:off x="4377828" y="2613649"/>
        <a:ext cx="1572341" cy="943404"/>
      </dsp:txXfrm>
    </dsp:sp>
    <dsp:sp modelId="{29818334-A383-4861-99C4-2699A5DDF232}">
      <dsp:nvSpPr>
        <dsp:cNvPr id="0" name=""/>
        <dsp:cNvSpPr/>
      </dsp:nvSpPr>
      <dsp:spPr>
        <a:xfrm>
          <a:off x="1296039" y="3555254"/>
          <a:ext cx="5801939" cy="331038"/>
        </a:xfrm>
        <a:custGeom>
          <a:avLst/>
          <a:gdLst/>
          <a:ahLst/>
          <a:cxnLst/>
          <a:rect l="0" t="0" r="0" b="0"/>
          <a:pathLst>
            <a:path>
              <a:moveTo>
                <a:pt x="5801939" y="0"/>
              </a:moveTo>
              <a:lnTo>
                <a:pt x="5801939" y="182619"/>
              </a:lnTo>
              <a:lnTo>
                <a:pt x="0" y="182619"/>
              </a:lnTo>
              <a:lnTo>
                <a:pt x="0" y="331038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051679" y="3718963"/>
        <a:ext cx="290659" cy="3619"/>
      </dsp:txXfrm>
    </dsp:sp>
    <dsp:sp modelId="{094480F0-FC10-4337-8926-934C263AD806}">
      <dsp:nvSpPr>
        <dsp:cNvPr id="0" name=""/>
        <dsp:cNvSpPr/>
      </dsp:nvSpPr>
      <dsp:spPr>
        <a:xfrm>
          <a:off x="6311808" y="2613649"/>
          <a:ext cx="1572341" cy="943404"/>
        </a:xfrm>
        <a:prstGeom prst="rect">
          <a:avLst/>
        </a:prstGeom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tf_auto_destroy</a:t>
          </a: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 Runs only if the pipeline fails (skipped if all previous jobs succeed)</a:t>
          </a:r>
          <a:endParaRPr lang="en-IN" sz="16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</dsp:txBody>
      <dsp:txXfrm>
        <a:off x="6311808" y="2613649"/>
        <a:ext cx="1572341" cy="943404"/>
      </dsp:txXfrm>
    </dsp:sp>
    <dsp:sp modelId="{F854FD64-F5EC-49F9-AE18-D0E7E8529C35}">
      <dsp:nvSpPr>
        <dsp:cNvPr id="0" name=""/>
        <dsp:cNvSpPr/>
      </dsp:nvSpPr>
      <dsp:spPr>
        <a:xfrm>
          <a:off x="509868" y="3918692"/>
          <a:ext cx="1572341" cy="943404"/>
        </a:xfrm>
        <a:prstGeom prst="rect">
          <a:avLst/>
        </a:prstGeom>
        <a:solidFill>
          <a:prstClr val="black"/>
        </a:solidFill>
        <a:ln w="1905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 err="1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tf_destroy</a:t>
          </a:r>
          <a:endParaRPr lang="en-IN" sz="1600" b="1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Destroy monitoring server infra manually</a:t>
          </a:r>
        </a:p>
      </dsp:txBody>
      <dsp:txXfrm>
        <a:off x="509868" y="3918692"/>
        <a:ext cx="1572341" cy="9434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F191E6-FA16-4E0A-812D-0E36A32EF696}">
      <dsp:nvSpPr>
        <dsp:cNvPr id="0" name=""/>
        <dsp:cNvSpPr/>
      </dsp:nvSpPr>
      <dsp:spPr>
        <a:xfrm>
          <a:off x="362046" y="3306"/>
          <a:ext cx="2164821" cy="541205"/>
        </a:xfrm>
        <a:prstGeom prst="roundRect">
          <a:avLst>
            <a:gd name="adj" fmla="val 10000"/>
          </a:avLst>
        </a:prstGeom>
        <a:solidFill>
          <a:schemeClr val="dk1"/>
        </a:solidFill>
        <a:ln w="19050" cap="flat" cmpd="sng" algn="ctr">
          <a:solidFill>
            <a:schemeClr val="dk1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rtlCol="0" anchor="ctr" anchorCtr="0">
          <a:noAutofit/>
        </a:bodyPr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schemeClr val="lt1"/>
              </a:solidFill>
              <a:latin typeface="Comic Sans MS" panose="030F0702030302020204" pitchFamily="66" charset="0"/>
              <a:ea typeface="+mn-ea"/>
              <a:cs typeface="+mn-cs"/>
            </a:rPr>
            <a:t>Terraform creates EC2</a:t>
          </a:r>
        </a:p>
      </dsp:txBody>
      <dsp:txXfrm>
        <a:off x="377897" y="19157"/>
        <a:ext cx="2133119" cy="509503"/>
      </dsp:txXfrm>
    </dsp:sp>
    <dsp:sp modelId="{89EB091B-6B5A-4A46-89B8-3EA4CA93D00C}">
      <dsp:nvSpPr>
        <dsp:cNvPr id="0" name=""/>
        <dsp:cNvSpPr/>
      </dsp:nvSpPr>
      <dsp:spPr>
        <a:xfrm rot="5400000">
          <a:off x="1342981" y="558042"/>
          <a:ext cx="202952" cy="24354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1371394" y="578337"/>
        <a:ext cx="146126" cy="142066"/>
      </dsp:txXfrm>
    </dsp:sp>
    <dsp:sp modelId="{C5BFC096-9C0E-43F2-9746-B403EC1A772B}">
      <dsp:nvSpPr>
        <dsp:cNvPr id="0" name=""/>
        <dsp:cNvSpPr/>
      </dsp:nvSpPr>
      <dsp:spPr>
        <a:xfrm>
          <a:off x="362046" y="815114"/>
          <a:ext cx="2164821" cy="541205"/>
        </a:xfrm>
        <a:prstGeom prst="roundRect">
          <a:avLst>
            <a:gd name="adj" fmla="val 10000"/>
          </a:avLst>
        </a:prstGeom>
        <a:solidFill>
          <a:schemeClr val="dk1"/>
        </a:solidFill>
        <a:ln w="19050" cap="flat" cmpd="sng" algn="ctr">
          <a:solidFill>
            <a:schemeClr val="dk1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rtlCol="0" anchor="ctr" anchorCtr="0">
          <a:noAutofit/>
        </a:bodyPr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Dynamic Inventory</a:t>
          </a:r>
        </a:p>
      </dsp:txBody>
      <dsp:txXfrm>
        <a:off x="377897" y="830965"/>
        <a:ext cx="2133119" cy="509503"/>
      </dsp:txXfrm>
    </dsp:sp>
    <dsp:sp modelId="{0BACC8A5-6413-46EA-A1BE-506DB941E3B4}">
      <dsp:nvSpPr>
        <dsp:cNvPr id="0" name=""/>
        <dsp:cNvSpPr/>
      </dsp:nvSpPr>
      <dsp:spPr>
        <a:xfrm rot="5400000">
          <a:off x="1342981" y="1369850"/>
          <a:ext cx="202952" cy="24354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1371394" y="1390145"/>
        <a:ext cx="146126" cy="142066"/>
      </dsp:txXfrm>
    </dsp:sp>
    <dsp:sp modelId="{EA78E8F6-3AC6-4975-9E2B-801EFF170F1A}">
      <dsp:nvSpPr>
        <dsp:cNvPr id="0" name=""/>
        <dsp:cNvSpPr/>
      </dsp:nvSpPr>
      <dsp:spPr>
        <a:xfrm>
          <a:off x="362046" y="1626922"/>
          <a:ext cx="2164821" cy="541205"/>
        </a:xfrm>
        <a:prstGeom prst="roundRect">
          <a:avLst>
            <a:gd name="adj" fmla="val 10000"/>
          </a:avLst>
        </a:prstGeom>
        <a:solidFill>
          <a:schemeClr val="dk1"/>
        </a:solidFill>
        <a:ln w="19050" cap="flat" cmpd="sng" algn="ctr">
          <a:solidFill>
            <a:schemeClr val="dk1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rtlCol="0" anchor="ctr" anchorCtr="0">
          <a:noAutofit/>
        </a:bodyPr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SSH Connection</a:t>
          </a:r>
        </a:p>
      </dsp:txBody>
      <dsp:txXfrm>
        <a:off x="377897" y="1642773"/>
        <a:ext cx="2133119" cy="509503"/>
      </dsp:txXfrm>
    </dsp:sp>
    <dsp:sp modelId="{8D73EBCC-50FD-4231-9685-2BD677BB49AC}">
      <dsp:nvSpPr>
        <dsp:cNvPr id="0" name=""/>
        <dsp:cNvSpPr/>
      </dsp:nvSpPr>
      <dsp:spPr>
        <a:xfrm rot="5400000">
          <a:off x="1342981" y="2181658"/>
          <a:ext cx="202952" cy="24354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1371394" y="2201953"/>
        <a:ext cx="146126" cy="142066"/>
      </dsp:txXfrm>
    </dsp:sp>
    <dsp:sp modelId="{447C0C49-3CEA-4344-A006-9107A09C717C}">
      <dsp:nvSpPr>
        <dsp:cNvPr id="0" name=""/>
        <dsp:cNvSpPr/>
      </dsp:nvSpPr>
      <dsp:spPr>
        <a:xfrm>
          <a:off x="362046" y="2438730"/>
          <a:ext cx="2164821" cy="541205"/>
        </a:xfrm>
        <a:prstGeom prst="roundRect">
          <a:avLst>
            <a:gd name="adj" fmla="val 10000"/>
          </a:avLst>
        </a:prstGeom>
        <a:solidFill>
          <a:schemeClr val="dk1"/>
        </a:solidFill>
        <a:ln w="19050" cap="flat" cmpd="sng" algn="ctr">
          <a:solidFill>
            <a:schemeClr val="dk1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rtlCol="0" anchor="ctr" anchorCtr="0">
          <a:noAutofit/>
        </a:bodyPr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Install Docker</a:t>
          </a:r>
        </a:p>
      </dsp:txBody>
      <dsp:txXfrm>
        <a:off x="377897" y="2454581"/>
        <a:ext cx="2133119" cy="509503"/>
      </dsp:txXfrm>
    </dsp:sp>
    <dsp:sp modelId="{4FE6DFC0-B89D-4A18-B939-60C96468FB3B}">
      <dsp:nvSpPr>
        <dsp:cNvPr id="0" name=""/>
        <dsp:cNvSpPr/>
      </dsp:nvSpPr>
      <dsp:spPr>
        <a:xfrm rot="5400000">
          <a:off x="1342981" y="2993466"/>
          <a:ext cx="202952" cy="24354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1371394" y="3013761"/>
        <a:ext cx="146126" cy="142066"/>
      </dsp:txXfrm>
    </dsp:sp>
    <dsp:sp modelId="{EF0A9DC1-B37E-47AC-B922-C8C33D1F57D3}">
      <dsp:nvSpPr>
        <dsp:cNvPr id="0" name=""/>
        <dsp:cNvSpPr/>
      </dsp:nvSpPr>
      <dsp:spPr>
        <a:xfrm>
          <a:off x="362046" y="3250538"/>
          <a:ext cx="2164821" cy="541205"/>
        </a:xfrm>
        <a:prstGeom prst="roundRect">
          <a:avLst>
            <a:gd name="adj" fmla="val 10000"/>
          </a:avLst>
        </a:prstGeom>
        <a:solidFill>
          <a:schemeClr val="dk1"/>
        </a:solidFill>
        <a:ln w="19050" cap="flat" cmpd="sng" algn="ctr">
          <a:solidFill>
            <a:schemeClr val="dk1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rtlCol="0" anchor="ctr" anchorCtr="0">
          <a:noAutofit/>
        </a:bodyPr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Deploy Exporters</a:t>
          </a:r>
        </a:p>
      </dsp:txBody>
      <dsp:txXfrm>
        <a:off x="377897" y="3266389"/>
        <a:ext cx="2133119" cy="509503"/>
      </dsp:txXfrm>
    </dsp:sp>
    <dsp:sp modelId="{B07044A7-12E4-4E03-AFFE-03B667781BCB}">
      <dsp:nvSpPr>
        <dsp:cNvPr id="0" name=""/>
        <dsp:cNvSpPr/>
      </dsp:nvSpPr>
      <dsp:spPr>
        <a:xfrm rot="5400000">
          <a:off x="1342981" y="3805274"/>
          <a:ext cx="202952" cy="24354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1371394" y="3825569"/>
        <a:ext cx="146126" cy="142066"/>
      </dsp:txXfrm>
    </dsp:sp>
    <dsp:sp modelId="{B22EACF7-BF69-4E28-AC95-60C406755DA3}">
      <dsp:nvSpPr>
        <dsp:cNvPr id="0" name=""/>
        <dsp:cNvSpPr/>
      </dsp:nvSpPr>
      <dsp:spPr>
        <a:xfrm>
          <a:off x="362046" y="4062346"/>
          <a:ext cx="2164821" cy="541205"/>
        </a:xfrm>
        <a:prstGeom prst="roundRect">
          <a:avLst>
            <a:gd name="adj" fmla="val 10000"/>
          </a:avLst>
        </a:prstGeom>
        <a:solidFill>
          <a:schemeClr val="dk1"/>
        </a:solidFill>
        <a:ln w="19050" cap="flat" cmpd="sng" algn="ctr">
          <a:solidFill>
            <a:schemeClr val="dk1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rtlCol="0" anchor="ctr" anchorCtr="0">
          <a:noAutofit/>
        </a:bodyPr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Configure Monitoring Server</a:t>
          </a:r>
        </a:p>
      </dsp:txBody>
      <dsp:txXfrm>
        <a:off x="377897" y="4078197"/>
        <a:ext cx="2133119" cy="509503"/>
      </dsp:txXfrm>
    </dsp:sp>
    <dsp:sp modelId="{BA9FC788-047E-4926-A328-57DD969CEA4B}">
      <dsp:nvSpPr>
        <dsp:cNvPr id="0" name=""/>
        <dsp:cNvSpPr/>
      </dsp:nvSpPr>
      <dsp:spPr>
        <a:xfrm rot="5400000">
          <a:off x="1342981" y="4617082"/>
          <a:ext cx="202952" cy="24354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1371394" y="4637377"/>
        <a:ext cx="146126" cy="142066"/>
      </dsp:txXfrm>
    </dsp:sp>
    <dsp:sp modelId="{B9262C42-9D90-4684-8B63-5C2E420726F6}">
      <dsp:nvSpPr>
        <dsp:cNvPr id="0" name=""/>
        <dsp:cNvSpPr/>
      </dsp:nvSpPr>
      <dsp:spPr>
        <a:xfrm>
          <a:off x="362046" y="4874154"/>
          <a:ext cx="2164821" cy="541205"/>
        </a:xfrm>
        <a:prstGeom prst="roundRect">
          <a:avLst>
            <a:gd name="adj" fmla="val 10000"/>
          </a:avLst>
        </a:prstGeom>
        <a:solidFill>
          <a:schemeClr val="dk1"/>
        </a:solidFill>
        <a:ln w="19050" cap="flat" cmpd="sng" algn="ctr">
          <a:solidFill>
            <a:schemeClr val="dk1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rtlCol="0" anchor="ctr" anchorCtr="0">
          <a:noAutofit/>
        </a:bodyPr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Prometheus + Grafana + Alert Manager</a:t>
          </a:r>
        </a:p>
      </dsp:txBody>
      <dsp:txXfrm>
        <a:off x="377897" y="4890005"/>
        <a:ext cx="2133119" cy="5095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F191E6-FA16-4E0A-812D-0E36A32EF696}">
      <dsp:nvSpPr>
        <dsp:cNvPr id="0" name=""/>
        <dsp:cNvSpPr/>
      </dsp:nvSpPr>
      <dsp:spPr>
        <a:xfrm>
          <a:off x="615811" y="4530"/>
          <a:ext cx="1657292" cy="920717"/>
        </a:xfrm>
        <a:prstGeom prst="roundRect">
          <a:avLst>
            <a:gd name="adj" fmla="val 10000"/>
          </a:avLst>
        </a:prstGeom>
        <a:solidFill>
          <a:schemeClr val="dk1"/>
        </a:solidFill>
        <a:ln w="19050" cap="flat" cmpd="sng" algn="ctr">
          <a:solidFill>
            <a:schemeClr val="dk1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rtlCol="0" anchor="ctr" anchorCtr="0">
          <a:noAutofit/>
        </a:bodyPr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schemeClr val="lt1"/>
              </a:solidFill>
              <a:latin typeface="Comic Sans MS" panose="030F0702030302020204" pitchFamily="66" charset="0"/>
              <a:ea typeface="+mn-ea"/>
              <a:cs typeface="+mn-cs"/>
            </a:rPr>
            <a:t>Ansible</a:t>
          </a:r>
        </a:p>
      </dsp:txBody>
      <dsp:txXfrm>
        <a:off x="642778" y="31497"/>
        <a:ext cx="1603358" cy="866783"/>
      </dsp:txXfrm>
    </dsp:sp>
    <dsp:sp modelId="{89EB091B-6B5A-4A46-89B8-3EA4CA93D00C}">
      <dsp:nvSpPr>
        <dsp:cNvPr id="0" name=""/>
        <dsp:cNvSpPr/>
      </dsp:nvSpPr>
      <dsp:spPr>
        <a:xfrm rot="5400000">
          <a:off x="1271822" y="948266"/>
          <a:ext cx="345269" cy="414323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/>
        </a:p>
      </dsp:txBody>
      <dsp:txXfrm rot="-5400000">
        <a:off x="1320161" y="982793"/>
        <a:ext cx="248593" cy="241688"/>
      </dsp:txXfrm>
    </dsp:sp>
    <dsp:sp modelId="{C5BFC096-9C0E-43F2-9746-B403EC1A772B}">
      <dsp:nvSpPr>
        <dsp:cNvPr id="0" name=""/>
        <dsp:cNvSpPr/>
      </dsp:nvSpPr>
      <dsp:spPr>
        <a:xfrm>
          <a:off x="615811" y="1385607"/>
          <a:ext cx="1657292" cy="920717"/>
        </a:xfrm>
        <a:prstGeom prst="roundRect">
          <a:avLst>
            <a:gd name="adj" fmla="val 10000"/>
          </a:avLst>
        </a:prstGeom>
        <a:solidFill>
          <a:schemeClr val="dk1"/>
        </a:solidFill>
        <a:ln w="19050" cap="flat" cmpd="sng" algn="ctr">
          <a:solidFill>
            <a:schemeClr val="dk1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rtlCol="0" anchor="ctr" anchorCtr="0">
          <a:noAutofit/>
        </a:bodyPr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Install Docker</a:t>
          </a:r>
        </a:p>
      </dsp:txBody>
      <dsp:txXfrm>
        <a:off x="642778" y="1412574"/>
        <a:ext cx="1603358" cy="866783"/>
      </dsp:txXfrm>
    </dsp:sp>
    <dsp:sp modelId="{0BACC8A5-6413-46EA-A1BE-506DB941E3B4}">
      <dsp:nvSpPr>
        <dsp:cNvPr id="0" name=""/>
        <dsp:cNvSpPr/>
      </dsp:nvSpPr>
      <dsp:spPr>
        <a:xfrm rot="5400000">
          <a:off x="1271822" y="2329343"/>
          <a:ext cx="345269" cy="414323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/>
        </a:p>
      </dsp:txBody>
      <dsp:txXfrm rot="-5400000">
        <a:off x="1320161" y="2363870"/>
        <a:ext cx="248593" cy="241688"/>
      </dsp:txXfrm>
    </dsp:sp>
    <dsp:sp modelId="{EA78E8F6-3AC6-4975-9E2B-801EFF170F1A}">
      <dsp:nvSpPr>
        <dsp:cNvPr id="0" name=""/>
        <dsp:cNvSpPr/>
      </dsp:nvSpPr>
      <dsp:spPr>
        <a:xfrm>
          <a:off x="615811" y="2766684"/>
          <a:ext cx="1657292" cy="920717"/>
        </a:xfrm>
        <a:prstGeom prst="roundRect">
          <a:avLst>
            <a:gd name="adj" fmla="val 10000"/>
          </a:avLst>
        </a:prstGeom>
        <a:solidFill>
          <a:schemeClr val="dk1"/>
        </a:solidFill>
        <a:ln w="19050" cap="flat" cmpd="sng" algn="ctr">
          <a:solidFill>
            <a:schemeClr val="dk1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rtlCol="0" anchor="ctr" anchorCtr="0">
          <a:noAutofit/>
        </a:bodyPr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Deploy Containers</a:t>
          </a:r>
        </a:p>
      </dsp:txBody>
      <dsp:txXfrm>
        <a:off x="642778" y="2793651"/>
        <a:ext cx="1603358" cy="866783"/>
      </dsp:txXfrm>
    </dsp:sp>
    <dsp:sp modelId="{8D73EBCC-50FD-4231-9685-2BD677BB49AC}">
      <dsp:nvSpPr>
        <dsp:cNvPr id="0" name=""/>
        <dsp:cNvSpPr/>
      </dsp:nvSpPr>
      <dsp:spPr>
        <a:xfrm rot="5400000">
          <a:off x="1271822" y="3710419"/>
          <a:ext cx="345269" cy="414323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/>
        </a:p>
      </dsp:txBody>
      <dsp:txXfrm rot="-5400000">
        <a:off x="1320161" y="3744946"/>
        <a:ext cx="248593" cy="241688"/>
      </dsp:txXfrm>
    </dsp:sp>
    <dsp:sp modelId="{EF0A9DC1-B37E-47AC-B922-C8C33D1F57D3}">
      <dsp:nvSpPr>
        <dsp:cNvPr id="0" name=""/>
        <dsp:cNvSpPr/>
      </dsp:nvSpPr>
      <dsp:spPr>
        <a:xfrm>
          <a:off x="615811" y="4147760"/>
          <a:ext cx="1657292" cy="1225125"/>
        </a:xfrm>
        <a:prstGeom prst="roundRect">
          <a:avLst>
            <a:gd name="adj" fmla="val 10000"/>
          </a:avLst>
        </a:prstGeom>
        <a:solidFill>
          <a:schemeClr val="dk1"/>
        </a:solidFill>
        <a:ln w="19050" cap="flat" cmpd="sng" algn="ctr">
          <a:solidFill>
            <a:schemeClr val="dk1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rtlCol="0" anchor="ctr" anchorCtr="0">
          <a:noAutofit/>
        </a:bodyPr>
        <a:lstStyle/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Prometheus</a:t>
          </a:r>
        </a:p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Grafana</a:t>
          </a:r>
        </a:p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Alertmanager</a:t>
          </a:r>
        </a:p>
        <a:p>
          <a:pPr marL="0" lvl="0" indent="0" algn="ctr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cAdvisor</a:t>
          </a:r>
        </a:p>
      </dsp:txBody>
      <dsp:txXfrm>
        <a:off x="651694" y="4183643"/>
        <a:ext cx="1585526" cy="11533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33F82-A20D-45BD-8979-5AEF38DDFBE9}">
      <dsp:nvSpPr>
        <dsp:cNvPr id="0" name=""/>
        <dsp:cNvSpPr/>
      </dsp:nvSpPr>
      <dsp:spPr>
        <a:xfrm>
          <a:off x="4063999" y="2161398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510"/>
              </a:lnTo>
              <a:lnTo>
                <a:pt x="2875309" y="249510"/>
              </a:lnTo>
              <a:lnTo>
                <a:pt x="2875309" y="4990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D846DC-F5D1-424F-A371-B1A58D2858C8}">
      <dsp:nvSpPr>
        <dsp:cNvPr id="0" name=""/>
        <dsp:cNvSpPr/>
      </dsp:nvSpPr>
      <dsp:spPr>
        <a:xfrm>
          <a:off x="4018279" y="2161398"/>
          <a:ext cx="91440" cy="499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90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EC6117-F0A4-4A4C-8AA1-07D17DCC0258}">
      <dsp:nvSpPr>
        <dsp:cNvPr id="0" name=""/>
        <dsp:cNvSpPr/>
      </dsp:nvSpPr>
      <dsp:spPr>
        <a:xfrm>
          <a:off x="1188690" y="2161398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249510"/>
              </a:lnTo>
              <a:lnTo>
                <a:pt x="0" y="249510"/>
              </a:lnTo>
              <a:lnTo>
                <a:pt x="0" y="4990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0BD066-AAA6-4B1B-BC6B-F4439FEC4DA5}">
      <dsp:nvSpPr>
        <dsp:cNvPr id="0" name=""/>
        <dsp:cNvSpPr/>
      </dsp:nvSpPr>
      <dsp:spPr>
        <a:xfrm>
          <a:off x="3469927" y="973254"/>
          <a:ext cx="1188144" cy="1188144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682481-EAC9-4928-8AA6-C23E675E60BB}">
      <dsp:nvSpPr>
        <dsp:cNvPr id="0" name=""/>
        <dsp:cNvSpPr/>
      </dsp:nvSpPr>
      <dsp:spPr>
        <a:xfrm>
          <a:off x="3469927" y="973254"/>
          <a:ext cx="1188144" cy="1188144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57583F-8B40-4CF7-B6E4-29DE95EF6116}">
      <dsp:nvSpPr>
        <dsp:cNvPr id="0" name=""/>
        <dsp:cNvSpPr/>
      </dsp:nvSpPr>
      <dsp:spPr>
        <a:xfrm>
          <a:off x="2875855" y="1187120"/>
          <a:ext cx="2376289" cy="76041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Comic Sans MS" panose="030F0702030302020204" pitchFamily="66" charset="0"/>
            </a:rPr>
            <a:t>Docker Engine</a:t>
          </a:r>
        </a:p>
      </dsp:txBody>
      <dsp:txXfrm>
        <a:off x="2875855" y="1187120"/>
        <a:ext cx="2376289" cy="760412"/>
      </dsp:txXfrm>
    </dsp:sp>
    <dsp:sp modelId="{002BE9E5-BBE7-4F7A-8A64-89D5CF415991}">
      <dsp:nvSpPr>
        <dsp:cNvPr id="0" name=""/>
        <dsp:cNvSpPr/>
      </dsp:nvSpPr>
      <dsp:spPr>
        <a:xfrm>
          <a:off x="594617" y="2660419"/>
          <a:ext cx="1188144" cy="1188144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55A1BA-E04A-4A51-A473-ABB2CC9F0678}">
      <dsp:nvSpPr>
        <dsp:cNvPr id="0" name=""/>
        <dsp:cNvSpPr/>
      </dsp:nvSpPr>
      <dsp:spPr>
        <a:xfrm>
          <a:off x="594617" y="2660419"/>
          <a:ext cx="1188144" cy="1188144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E395B8-7F72-464C-B2BD-750983558621}">
      <dsp:nvSpPr>
        <dsp:cNvPr id="0" name=""/>
        <dsp:cNvSpPr/>
      </dsp:nvSpPr>
      <dsp:spPr>
        <a:xfrm>
          <a:off x="545" y="2874285"/>
          <a:ext cx="2376289" cy="76041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Comic Sans MS" panose="030F0702030302020204" pitchFamily="66" charset="0"/>
            </a:rPr>
            <a:t>Prometheus</a:t>
          </a:r>
        </a:p>
      </dsp:txBody>
      <dsp:txXfrm>
        <a:off x="545" y="2874285"/>
        <a:ext cx="2376289" cy="760412"/>
      </dsp:txXfrm>
    </dsp:sp>
    <dsp:sp modelId="{B4984FAC-313C-481B-A138-E3CE32C5137D}">
      <dsp:nvSpPr>
        <dsp:cNvPr id="0" name=""/>
        <dsp:cNvSpPr/>
      </dsp:nvSpPr>
      <dsp:spPr>
        <a:xfrm>
          <a:off x="3469927" y="2660419"/>
          <a:ext cx="1188144" cy="1188144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10A559-6129-446E-9939-52513657221C}">
      <dsp:nvSpPr>
        <dsp:cNvPr id="0" name=""/>
        <dsp:cNvSpPr/>
      </dsp:nvSpPr>
      <dsp:spPr>
        <a:xfrm>
          <a:off x="3469927" y="2660419"/>
          <a:ext cx="1188144" cy="1188144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579A7A-7BEE-472E-B613-329EE12C0167}">
      <dsp:nvSpPr>
        <dsp:cNvPr id="0" name=""/>
        <dsp:cNvSpPr/>
      </dsp:nvSpPr>
      <dsp:spPr>
        <a:xfrm>
          <a:off x="2875855" y="2874285"/>
          <a:ext cx="2376289" cy="76041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Comic Sans MS" panose="030F0702030302020204" pitchFamily="66" charset="0"/>
            </a:rPr>
            <a:t>Grafana</a:t>
          </a:r>
        </a:p>
      </dsp:txBody>
      <dsp:txXfrm>
        <a:off x="2875855" y="2874285"/>
        <a:ext cx="2376289" cy="760412"/>
      </dsp:txXfrm>
    </dsp:sp>
    <dsp:sp modelId="{49F6A792-F7E7-42FE-918A-BC334A189B2B}">
      <dsp:nvSpPr>
        <dsp:cNvPr id="0" name=""/>
        <dsp:cNvSpPr/>
      </dsp:nvSpPr>
      <dsp:spPr>
        <a:xfrm>
          <a:off x="6345237" y="2660419"/>
          <a:ext cx="1188144" cy="1188144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CF8417-1A1B-46A1-A159-F22C77E2747D}">
      <dsp:nvSpPr>
        <dsp:cNvPr id="0" name=""/>
        <dsp:cNvSpPr/>
      </dsp:nvSpPr>
      <dsp:spPr>
        <a:xfrm>
          <a:off x="6345237" y="2660419"/>
          <a:ext cx="1188144" cy="1188144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E4F749-5828-4BA8-8154-1216B000D7DE}">
      <dsp:nvSpPr>
        <dsp:cNvPr id="0" name=""/>
        <dsp:cNvSpPr/>
      </dsp:nvSpPr>
      <dsp:spPr>
        <a:xfrm>
          <a:off x="5751165" y="2874285"/>
          <a:ext cx="2376289" cy="76041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Comic Sans MS" panose="030F0702030302020204" pitchFamily="66" charset="0"/>
            </a:rPr>
            <a:t>Alertmanager</a:t>
          </a:r>
        </a:p>
      </dsp:txBody>
      <dsp:txXfrm>
        <a:off x="5751165" y="2874285"/>
        <a:ext cx="2376289" cy="7604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3ACA89-B078-4075-AE11-63C6EBF3BEAF}">
      <dsp:nvSpPr>
        <dsp:cNvPr id="0" name=""/>
        <dsp:cNvSpPr/>
      </dsp:nvSpPr>
      <dsp:spPr>
        <a:xfrm>
          <a:off x="3567628" y="3391952"/>
          <a:ext cx="274823" cy="9859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5967"/>
              </a:lnTo>
              <a:lnTo>
                <a:pt x="274823" y="98596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8AAAAD-EDD6-4EAB-93CE-892EFBA3134E}">
      <dsp:nvSpPr>
        <dsp:cNvPr id="0" name=""/>
        <dsp:cNvSpPr/>
      </dsp:nvSpPr>
      <dsp:spPr>
        <a:xfrm>
          <a:off x="3292805" y="3391952"/>
          <a:ext cx="274823" cy="985967"/>
        </a:xfrm>
        <a:custGeom>
          <a:avLst/>
          <a:gdLst/>
          <a:ahLst/>
          <a:cxnLst/>
          <a:rect l="0" t="0" r="0" b="0"/>
          <a:pathLst>
            <a:path>
              <a:moveTo>
                <a:pt x="274823" y="0"/>
              </a:moveTo>
              <a:lnTo>
                <a:pt x="274823" y="985967"/>
              </a:lnTo>
              <a:lnTo>
                <a:pt x="0" y="98596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958E27-1513-4953-8680-6496DA45EDF0}">
      <dsp:nvSpPr>
        <dsp:cNvPr id="0" name=""/>
        <dsp:cNvSpPr/>
      </dsp:nvSpPr>
      <dsp:spPr>
        <a:xfrm>
          <a:off x="3516883" y="1308682"/>
          <a:ext cx="91440" cy="7745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9765"/>
              </a:lnTo>
              <a:lnTo>
                <a:pt x="50745" y="499765"/>
              </a:lnTo>
              <a:lnTo>
                <a:pt x="50745" y="77458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ED16E-4BA0-4D06-A43A-450F38AEA7C2}">
      <dsp:nvSpPr>
        <dsp:cNvPr id="0" name=""/>
        <dsp:cNvSpPr/>
      </dsp:nvSpPr>
      <dsp:spPr>
        <a:xfrm>
          <a:off x="2253921" y="0"/>
          <a:ext cx="2617364" cy="1308682"/>
        </a:xfrm>
        <a:prstGeom prst="rect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Comic Sans MS" panose="030F0702030302020204" pitchFamily="66" charset="0"/>
            </a:rPr>
            <a:t>Target Server 1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omic Sans MS" panose="030F0702030302020204" pitchFamily="66" charset="0"/>
            </a:rPr>
            <a:t>Node Exporter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omic Sans MS" panose="030F0702030302020204" pitchFamily="66" charset="0"/>
            </a:rPr>
            <a:t>Apache Exporter</a:t>
          </a:r>
        </a:p>
      </dsp:txBody>
      <dsp:txXfrm>
        <a:off x="2253921" y="0"/>
        <a:ext cx="2617364" cy="1308682"/>
      </dsp:txXfrm>
    </dsp:sp>
    <dsp:sp modelId="{4370EA60-E428-4B6B-A3BD-3E910930C0BF}">
      <dsp:nvSpPr>
        <dsp:cNvPr id="0" name=""/>
        <dsp:cNvSpPr/>
      </dsp:nvSpPr>
      <dsp:spPr>
        <a:xfrm>
          <a:off x="2258946" y="2083270"/>
          <a:ext cx="2617364" cy="1308682"/>
        </a:xfrm>
        <a:prstGeom prst="rect">
          <a:avLst/>
        </a:prstGeom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Prometheus</a:t>
          </a:r>
        </a:p>
      </dsp:txBody>
      <dsp:txXfrm>
        <a:off x="2258946" y="2083270"/>
        <a:ext cx="2617364" cy="1308682"/>
      </dsp:txXfrm>
    </dsp:sp>
    <dsp:sp modelId="{DFF0907F-4A39-4427-94A7-22952D1BC33F}">
      <dsp:nvSpPr>
        <dsp:cNvPr id="0" name=""/>
        <dsp:cNvSpPr/>
      </dsp:nvSpPr>
      <dsp:spPr>
        <a:xfrm>
          <a:off x="675441" y="3723578"/>
          <a:ext cx="2617364" cy="1308682"/>
        </a:xfrm>
        <a:prstGeom prst="rect">
          <a:avLst/>
        </a:prstGeom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Grafana Dashboard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(Visualization)</a:t>
          </a:r>
        </a:p>
      </dsp:txBody>
      <dsp:txXfrm>
        <a:off x="675441" y="3723578"/>
        <a:ext cx="2617364" cy="1308682"/>
      </dsp:txXfrm>
    </dsp:sp>
    <dsp:sp modelId="{2BA3E8D1-C189-4A5D-9274-56E523889322}">
      <dsp:nvSpPr>
        <dsp:cNvPr id="0" name=""/>
        <dsp:cNvSpPr/>
      </dsp:nvSpPr>
      <dsp:spPr>
        <a:xfrm>
          <a:off x="3842451" y="3723578"/>
          <a:ext cx="2617364" cy="1308682"/>
        </a:xfrm>
        <a:prstGeom prst="rect">
          <a:avLst/>
        </a:prstGeom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Alertmanager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(Alerts)</a:t>
          </a:r>
        </a:p>
      </dsp:txBody>
      <dsp:txXfrm>
        <a:off x="3842451" y="3723578"/>
        <a:ext cx="2617364" cy="130868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6C45D0-C127-46DB-A2B2-5D8CA25CE90A}">
      <dsp:nvSpPr>
        <dsp:cNvPr id="0" name=""/>
        <dsp:cNvSpPr/>
      </dsp:nvSpPr>
      <dsp:spPr>
        <a:xfrm>
          <a:off x="3770" y="622404"/>
          <a:ext cx="2194718" cy="877887"/>
        </a:xfrm>
        <a:prstGeom prst="chevron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Comic Sans MS" panose="030F0702030302020204" pitchFamily="66" charset="0"/>
            </a:rPr>
            <a:t>Prometheus</a:t>
          </a:r>
        </a:p>
      </dsp:txBody>
      <dsp:txXfrm>
        <a:off x="442714" y="622404"/>
        <a:ext cx="1316831" cy="877887"/>
      </dsp:txXfrm>
    </dsp:sp>
    <dsp:sp modelId="{6DF34328-B8BC-4A27-A45F-DF6B21AF8192}">
      <dsp:nvSpPr>
        <dsp:cNvPr id="0" name=""/>
        <dsp:cNvSpPr/>
      </dsp:nvSpPr>
      <dsp:spPr>
        <a:xfrm>
          <a:off x="1979017" y="622404"/>
          <a:ext cx="2194718" cy="877887"/>
        </a:xfrm>
        <a:prstGeom prst="chevron">
          <a:avLst/>
        </a:prstGeom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Evaluates Rules</a:t>
          </a:r>
        </a:p>
      </dsp:txBody>
      <dsp:txXfrm>
        <a:off x="2417961" y="622404"/>
        <a:ext cx="1316831" cy="877887"/>
      </dsp:txXfrm>
    </dsp:sp>
    <dsp:sp modelId="{B969D82B-7CA6-4E95-B764-5C9A9602AA33}">
      <dsp:nvSpPr>
        <dsp:cNvPr id="0" name=""/>
        <dsp:cNvSpPr/>
      </dsp:nvSpPr>
      <dsp:spPr>
        <a:xfrm>
          <a:off x="3954264" y="622404"/>
          <a:ext cx="2194718" cy="877887"/>
        </a:xfrm>
        <a:prstGeom prst="chevron">
          <a:avLst/>
        </a:prstGeom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Alertmanager</a:t>
          </a:r>
          <a:endParaRPr lang="en-IN" sz="1700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</dsp:txBody>
      <dsp:txXfrm>
        <a:off x="4393208" y="622404"/>
        <a:ext cx="1316831" cy="877887"/>
      </dsp:txXfrm>
    </dsp:sp>
    <dsp:sp modelId="{B3F9B8BD-E8A6-4368-920F-114C596A3D4F}">
      <dsp:nvSpPr>
        <dsp:cNvPr id="0" name=""/>
        <dsp:cNvSpPr/>
      </dsp:nvSpPr>
      <dsp:spPr>
        <a:xfrm>
          <a:off x="5929510" y="622404"/>
          <a:ext cx="2194718" cy="877887"/>
        </a:xfrm>
        <a:prstGeom prst="chevron">
          <a:avLst/>
        </a:prstGeom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Alert Notification</a:t>
          </a:r>
        </a:p>
      </dsp:txBody>
      <dsp:txXfrm>
        <a:off x="6368454" y="622404"/>
        <a:ext cx="1316831" cy="87788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DFE43F-074C-4E0E-9A12-6D58ACCAECD1}">
      <dsp:nvSpPr>
        <dsp:cNvPr id="0" name=""/>
        <dsp:cNvSpPr/>
      </dsp:nvSpPr>
      <dsp:spPr>
        <a:xfrm>
          <a:off x="985993" y="1587"/>
          <a:ext cx="1934104" cy="967052"/>
        </a:xfrm>
        <a:prstGeom prst="roundRect">
          <a:avLst>
            <a:gd name="adj" fmla="val 10000"/>
          </a:avLst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Comic Sans MS" panose="030F0702030302020204" pitchFamily="66" charset="0"/>
            </a:rPr>
            <a:t>Current Project</a:t>
          </a:r>
        </a:p>
      </dsp:txBody>
      <dsp:txXfrm>
        <a:off x="1014317" y="29911"/>
        <a:ext cx="1877456" cy="910404"/>
      </dsp:txXfrm>
    </dsp:sp>
    <dsp:sp modelId="{6DA267F9-336B-40D1-82A5-6FCF8BE3EEC8}">
      <dsp:nvSpPr>
        <dsp:cNvPr id="0" name=""/>
        <dsp:cNvSpPr/>
      </dsp:nvSpPr>
      <dsp:spPr>
        <a:xfrm>
          <a:off x="985993" y="1113697"/>
          <a:ext cx="1934104" cy="967052"/>
        </a:xfrm>
        <a:prstGeom prst="roundRect">
          <a:avLst>
            <a:gd name="adj" fmla="val 10000"/>
          </a:avLst>
        </a:prstGeom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Kubernetes</a:t>
          </a:r>
        </a:p>
      </dsp:txBody>
      <dsp:txXfrm>
        <a:off x="1014317" y="1142021"/>
        <a:ext cx="1877456" cy="910404"/>
      </dsp:txXfrm>
    </dsp:sp>
    <dsp:sp modelId="{1694B203-7C56-4019-A1EB-7FD5F10A3B11}">
      <dsp:nvSpPr>
        <dsp:cNvPr id="0" name=""/>
        <dsp:cNvSpPr/>
      </dsp:nvSpPr>
      <dsp:spPr>
        <a:xfrm>
          <a:off x="985993" y="2225807"/>
          <a:ext cx="1934104" cy="967052"/>
        </a:xfrm>
        <a:prstGeom prst="roundRect">
          <a:avLst>
            <a:gd name="adj" fmla="val 10000"/>
          </a:avLst>
        </a:prstGeom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Slack Alerts</a:t>
          </a:r>
        </a:p>
      </dsp:txBody>
      <dsp:txXfrm>
        <a:off x="1014317" y="2254131"/>
        <a:ext cx="1877456" cy="910404"/>
      </dsp:txXfrm>
    </dsp:sp>
    <dsp:sp modelId="{D772015C-6E97-460F-A772-5D25BCC96CEB}">
      <dsp:nvSpPr>
        <dsp:cNvPr id="0" name=""/>
        <dsp:cNvSpPr/>
      </dsp:nvSpPr>
      <dsp:spPr>
        <a:xfrm>
          <a:off x="985993" y="3337917"/>
          <a:ext cx="1934104" cy="967052"/>
        </a:xfrm>
        <a:prstGeom prst="roundRect">
          <a:avLst>
            <a:gd name="adj" fmla="val 10000"/>
          </a:avLst>
        </a:prstGeom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Loki + Tempo</a:t>
          </a:r>
        </a:p>
      </dsp:txBody>
      <dsp:txXfrm>
        <a:off x="1014317" y="3366241"/>
        <a:ext cx="1877456" cy="910404"/>
      </dsp:txXfrm>
    </dsp:sp>
    <dsp:sp modelId="{686BA771-7F35-4059-97DB-6AEF7F299B01}">
      <dsp:nvSpPr>
        <dsp:cNvPr id="0" name=""/>
        <dsp:cNvSpPr/>
      </dsp:nvSpPr>
      <dsp:spPr>
        <a:xfrm>
          <a:off x="985993" y="4450027"/>
          <a:ext cx="1934104" cy="967052"/>
        </a:xfrm>
        <a:prstGeom prst="roundRect">
          <a:avLst>
            <a:gd name="adj" fmla="val 10000"/>
          </a:avLst>
        </a:prstGeom>
        <a:solidFill>
          <a:prstClr val="black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Multi-Region Monitoring</a:t>
          </a:r>
        </a:p>
      </dsp:txBody>
      <dsp:txXfrm>
        <a:off x="1014317" y="4478351"/>
        <a:ext cx="1877456" cy="9104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002EB5D-B836-42E0-934D-C698158FAC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900F4-3C34-D9EB-322F-86D14CF9A8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4300F2-3393-49D4-9B2F-9B83F760D625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5747D3-59D0-FBE3-3B21-7142CD05AD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E1F97-7A6A-C5A1-E479-29F08DFC85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2F540-8CBE-47E5-AB4D-D53798CCB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9109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8293FD-F7E0-4ECE-A1AF-1A03B40180A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A8603-F92C-42D1-8654-C4B7BDB20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8827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A8603-F92C-42D1-8654-C4B7BDB201D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065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A8603-F92C-42D1-8654-C4B7BDB201D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149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A8603-F92C-42D1-8654-C4B7BDB201D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396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A8603-F92C-42D1-8654-C4B7BDB201D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801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A8603-F92C-42D1-8654-C4B7BDB201D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294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A8603-F92C-42D1-8654-C4B7BDB201D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250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A8603-F92C-42D1-8654-C4B7BDB201D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0433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A8603-F92C-42D1-8654-C4B7BDB201D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987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A8603-F92C-42D1-8654-C4B7BDB201DF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294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A8603-F92C-42D1-8654-C4B7BDB201DF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785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B1DFE-BB1A-4D40-85B5-58C753F034BA}" type="datetime1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A568F-71BB-427B-975F-CF91D9DFB9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96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B7BCB-649B-4054-818A-80A09E7D0FDA}" type="datetime1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A568F-71BB-427B-975F-CF91D9DFB9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12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60E7F-C88A-4F99-9619-2C93587F31BE}" type="datetime1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A568F-71BB-427B-975F-CF91D9DFB9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310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43C1-A82B-4E93-9809-B310069FA0C5}" type="datetime1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A568F-71BB-427B-975F-CF91D9DFB9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330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B4CC-BFD6-4493-A5BA-2A343F564B69}" type="datetime1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A568F-71BB-427B-975F-CF91D9DFB9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89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A672-9481-4B6B-ABAC-4601B4B2FD4B}" type="datetime1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A568F-71BB-427B-975F-CF91D9DFB9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959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6E1B-FA9F-4F73-BC30-9F22E623E05C}" type="datetime1">
              <a:rPr lang="en-IN" smtClean="0"/>
              <a:t>03-08-2026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A568F-71BB-427B-975F-CF91D9DFB9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319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7DB9E-FCCC-41D7-B961-0AF3BB8ED92E}" type="datetime1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A568F-71BB-427B-975F-CF91D9DFB9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32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C31E-A71E-49F4-9132-3AD2F9C1BE2A}" type="datetime1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A568F-71BB-427B-975F-CF91D9DFB9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699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4025B-EDA7-4C89-940C-B4DD03D456C7}" type="datetime1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A568F-71BB-427B-975F-CF91D9DFB9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608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3EC7B-993A-42C9-88C7-2E2A6307FCB7}" type="datetime1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A568F-71BB-427B-975F-CF91D9DFB9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289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2104C-C3E7-4A31-AAC8-54E1EF10C0B6}" type="datetime1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A568F-71BB-427B-975F-CF91D9DFB9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11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hyperlink" Target="https://gitlab.com/connect2sazad/prometheus-grafana-infra-setup" TargetMode="External"/><Relationship Id="rId5" Type="http://schemas.microsoft.com/office/2007/relationships/hdphoto" Target="../media/hdphoto2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6783-target-picture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5.png"/><Relationship Id="rId3" Type="http://schemas.microsoft.com/office/2007/relationships/hdphoto" Target="../media/hdphoto5.wdp"/><Relationship Id="rId7" Type="http://schemas.microsoft.com/office/2007/relationships/hdphoto" Target="../media/hdphoto2.wdp"/><Relationship Id="rId12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microsoft.com/office/2007/relationships/hdphoto" Target="../media/hdphoto3.wdp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freepngimg.com/png/35783-gears-hd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4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11" Type="http://schemas.microsoft.com/office/2007/relationships/hdphoto" Target="../media/hdphoto2.wdp"/><Relationship Id="rId5" Type="http://schemas.openxmlformats.org/officeDocument/2006/relationships/diagramLayout" Target="../diagrams/layout3.xml"/><Relationship Id="rId10" Type="http://schemas.openxmlformats.org/officeDocument/2006/relationships/image" Target="../media/image2.png"/><Relationship Id="rId4" Type="http://schemas.openxmlformats.org/officeDocument/2006/relationships/diagramData" Target="../diagrams/data3.xml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13" Type="http://schemas.openxmlformats.org/officeDocument/2006/relationships/diagramColors" Target="../diagrams/colors5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4.xml"/><Relationship Id="rId12" Type="http://schemas.openxmlformats.org/officeDocument/2006/relationships/diagramQuickStyle" Target="../diagrams/quickStyl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11" Type="http://schemas.openxmlformats.org/officeDocument/2006/relationships/diagramLayout" Target="../diagrams/layout5.xml"/><Relationship Id="rId5" Type="http://schemas.openxmlformats.org/officeDocument/2006/relationships/diagramData" Target="../diagrams/data4.xml"/><Relationship Id="rId10" Type="http://schemas.openxmlformats.org/officeDocument/2006/relationships/diagramData" Target="../diagrams/data5.xml"/><Relationship Id="rId4" Type="http://schemas.microsoft.com/office/2007/relationships/hdphoto" Target="../media/hdphoto3.wdp"/><Relationship Id="rId9" Type="http://schemas.microsoft.com/office/2007/relationships/diagramDrawing" Target="../diagrams/drawing4.xml"/><Relationship Id="rId14" Type="http://schemas.microsoft.com/office/2007/relationships/diagramDrawing" Target="../diagrams/drawing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16.pn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hyperlink" Target="https://openclipart.org/detail/22678/icon_monitoring-by-jean_victor_balin" TargetMode="External"/><Relationship Id="rId9" Type="http://schemas.microsoft.com/office/2007/relationships/diagramDrawing" Target="../diagrams/drawin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hyperlink" Target="https://www.gmktec.com/products/gmktec-m8-amd-ryzen-5-pro-6650h-mini-pc" TargetMode="External"/><Relationship Id="rId12" Type="http://schemas.openxmlformats.org/officeDocument/2006/relationships/hyperlink" Target="https://openclipart.org/detail/764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2.png"/><Relationship Id="rId5" Type="http://schemas.microsoft.com/office/2007/relationships/hdphoto" Target="../media/hdphoto6.wdp"/><Relationship Id="rId10" Type="http://schemas.openxmlformats.org/officeDocument/2006/relationships/hyperlink" Target="https://freesvg.org/gaia-flash-drives" TargetMode="External"/><Relationship Id="rId4" Type="http://schemas.openxmlformats.org/officeDocument/2006/relationships/image" Target="../media/image19.png"/><Relationship Id="rId9" Type="http://schemas.microsoft.com/office/2007/relationships/hdphoto" Target="../media/hdphoto7.wdp"/><Relationship Id="rId14" Type="http://schemas.openxmlformats.org/officeDocument/2006/relationships/hyperlink" Target="https://pixabay.com/en/wireless-signal-icon-image-vector-1119306/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24.png"/><Relationship Id="rId7" Type="http://schemas.openxmlformats.org/officeDocument/2006/relationships/diagramQuickStyle" Target="../diagrams/quickStyle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12.png"/><Relationship Id="rId9" Type="http://schemas.microsoft.com/office/2007/relationships/diagramDrawing" Target="../diagrams/drawing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image" Target="../media/image27.png"/><Relationship Id="rId7" Type="http://schemas.openxmlformats.org/officeDocument/2006/relationships/diagramQuickStyle" Target="../diagrams/quickStyle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10" Type="http://schemas.openxmlformats.org/officeDocument/2006/relationships/image" Target="../media/image9.png"/><Relationship Id="rId4" Type="http://schemas.openxmlformats.org/officeDocument/2006/relationships/hyperlink" Target="https://pixabay.com/ko/vectors/%ED%99%94%EC%82%B4-%EC%82%AC%EC%97%85-%EA%B8%88%EC%9C%B5-%EA%B7%B8%EB%9E%98%ED%94%84-1295953/" TargetMode="External"/><Relationship Id="rId9" Type="http://schemas.microsoft.com/office/2007/relationships/diagramDrawing" Target="../diagrams/drawing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hyperlink" Target="https://gitlab.com/connect2sazad/prometheus-grafana-infra-setup" TargetMode="External"/><Relationship Id="rId7" Type="http://schemas.openxmlformats.org/officeDocument/2006/relationships/hyperlink" Target="https://www.linkedin.com/in/connect2sazad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ux.it/faq/" TargetMode="External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9" Type="http://schemas.openxmlformats.org/officeDocument/2006/relationships/hyperlink" Target="https://freepngimg.com/png/69405-network-service-icons-media-youtube-linkedin-compu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C83986-11FC-D93A-E41F-7C7784999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3160" y="3731045"/>
            <a:ext cx="3843051" cy="19215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75378B-F2C6-41D6-FD7B-A4F8F79304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790" y="384962"/>
            <a:ext cx="4085421" cy="1697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F0B890-3D9A-2D9E-0383-2F06ED58A1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879" y="2385706"/>
            <a:ext cx="1848081" cy="15285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64296A-25B0-BC93-5267-212C3BCF00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479" y="5381130"/>
            <a:ext cx="2894012" cy="137315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625E0FDA-E412-4CEE-3234-837713B39E15}"/>
              </a:ext>
            </a:extLst>
          </p:cNvPr>
          <p:cNvGrpSpPr/>
          <p:nvPr/>
        </p:nvGrpSpPr>
        <p:grpSpPr>
          <a:xfrm>
            <a:off x="1031778" y="456844"/>
            <a:ext cx="7010400" cy="5477706"/>
            <a:chOff x="1031778" y="799744"/>
            <a:chExt cx="7010400" cy="547770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73CD226-1D73-C980-9572-946F73455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6569" y="867206"/>
              <a:ext cx="1076501" cy="1076501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3F4E330-FF9A-855C-8980-B4D0C3E4E09D}"/>
                </a:ext>
              </a:extLst>
            </p:cNvPr>
            <p:cNvGrpSpPr/>
            <p:nvPr/>
          </p:nvGrpSpPr>
          <p:grpSpPr>
            <a:xfrm>
              <a:off x="1031778" y="799744"/>
              <a:ext cx="7010400" cy="5477706"/>
              <a:chOff x="1031778" y="799744"/>
              <a:chExt cx="7010400" cy="5477706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D15294-B86F-3381-9E13-CF03542D0E5C}"/>
                  </a:ext>
                </a:extLst>
              </p:cNvPr>
              <p:cNvSpPr txBox="1"/>
              <p:nvPr/>
            </p:nvSpPr>
            <p:spPr>
              <a:xfrm>
                <a:off x="1031778" y="799744"/>
                <a:ext cx="6774131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anose="030F0702030302020204" pitchFamily="66" charset="0"/>
                  </a:rPr>
                  <a:t>Setting up Infrastructure Monitoring Platform using Terraform, Ansible, Docker &amp; GitLab CI/CD</a:t>
                </a:r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164476D1-EDCC-A67C-78FA-4D9A22861F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1778" y="5938896"/>
                <a:ext cx="7010400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anose="030F0702030302020204" pitchFamily="66" charset="0"/>
                  </a:rPr>
                  <a:t>Infrastructure as Code | AWS | DevOps | Monitoring | Automation</a:t>
                </a:r>
              </a:p>
            </p:txBody>
          </p:sp>
        </p:grpSp>
      </p:grpSp>
      <p:sp>
        <p:nvSpPr>
          <p:cNvPr id="30" name="TextBox 29">
            <a:hlinkClick r:id="rId11"/>
            <a:extLst>
              <a:ext uri="{FF2B5EF4-FFF2-40B4-BE49-F238E27FC236}">
                <a16:creationId xmlns:a16="http://schemas.microsoft.com/office/drawing/2014/main" id="{AF905399-965F-6CF6-D0E4-807C5C7B5DE1}"/>
              </a:ext>
            </a:extLst>
          </p:cNvPr>
          <p:cNvSpPr txBox="1"/>
          <p:nvPr/>
        </p:nvSpPr>
        <p:spPr>
          <a:xfrm>
            <a:off x="1045409" y="6252210"/>
            <a:ext cx="6596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mic Sans MS" panose="030F0702030302020204" pitchFamily="66" charset="0"/>
              </a:rPr>
              <a:t>gitlab.com/connect2sazad/prometheus-grafana-infra-setup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1151C82-7FCC-2D5C-8FDD-8D1BA6E584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600" y="2116800"/>
            <a:ext cx="1900800" cy="1900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021EA1-80C1-7CB3-BBFC-CB86B0C02BF1}"/>
              </a:ext>
            </a:extLst>
          </p:cNvPr>
          <p:cNvSpPr txBox="1"/>
          <p:nvPr/>
        </p:nvSpPr>
        <p:spPr>
          <a:xfrm>
            <a:off x="1079007" y="5961099"/>
            <a:ext cx="3256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omic Sans MS" panose="030F0702030302020204" pitchFamily="66" charset="0"/>
              </a:rPr>
              <a:t>Presented by Sazad Ahemad</a:t>
            </a:r>
          </a:p>
        </p:txBody>
      </p:sp>
    </p:spTree>
    <p:extLst>
      <p:ext uri="{BB962C8B-B14F-4D97-AF65-F5344CB8AC3E}">
        <p14:creationId xmlns:p14="http://schemas.microsoft.com/office/powerpoint/2010/main" val="184451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2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900" y="558800"/>
            <a:ext cx="415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126BD4-1D86-C06D-B2C1-0EA12F5FE366}"/>
              </a:ext>
            </a:extLst>
          </p:cNvPr>
          <p:cNvSpPr txBox="1"/>
          <p:nvPr/>
        </p:nvSpPr>
        <p:spPr>
          <a:xfrm>
            <a:off x="1016000" y="1435100"/>
            <a:ext cx="6934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Comic Sans MS" panose="030F0702030302020204" pitchFamily="66" charset="0"/>
              </a:rPr>
              <a:t>Traditional Infrastructure deployment has problems:</a:t>
            </a:r>
          </a:p>
          <a:p>
            <a:endParaRPr lang="en-IN" sz="2800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omic Sans MS" panose="030F0702030302020204" pitchFamily="66" charset="0"/>
              </a:rPr>
              <a:t>Manual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omic Sans MS" panose="030F0702030302020204" pitchFamily="66" charset="0"/>
              </a:rPr>
              <a:t>Human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omic Sans MS" panose="030F0702030302020204" pitchFamily="66" charset="0"/>
              </a:rPr>
              <a:t>No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omic Sans MS" panose="030F0702030302020204" pitchFamily="66" charset="0"/>
              </a:rPr>
              <a:t>Difficult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omic Sans MS" panose="030F0702030302020204" pitchFamily="66" charset="0"/>
              </a:rPr>
              <a:t>No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omic Sans MS" panose="030F0702030302020204" pitchFamily="66" charset="0"/>
              </a:rPr>
              <a:t>Difficult Resource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omic Sans MS" panose="030F0702030302020204" pitchFamily="66" charset="0"/>
              </a:rPr>
              <a:t>Difficult Tracking Resources in case of Large Infrastructure Plans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4169091-F7A7-CDF9-84C6-F98CA7550F00}"/>
              </a:ext>
            </a:extLst>
          </p:cNvPr>
          <p:cNvGrpSpPr/>
          <p:nvPr/>
        </p:nvGrpSpPr>
        <p:grpSpPr>
          <a:xfrm>
            <a:off x="8764323" y="285621"/>
            <a:ext cx="2840757" cy="5966359"/>
            <a:chOff x="8764323" y="285621"/>
            <a:chExt cx="2840757" cy="596635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28C3CC1-51D0-5C1B-D0AA-930C8D55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4323" y="285621"/>
              <a:ext cx="2816715" cy="3048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48B0AD4-362B-41F7-B1AB-63D11B28B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891" y="3220780"/>
              <a:ext cx="2801189" cy="3031200"/>
            </a:xfrm>
            <a:prstGeom prst="rect">
              <a:avLst/>
            </a:prstGeom>
          </p:spPr>
        </p:pic>
      </p:grpSp>
      <p:pic>
        <p:nvPicPr>
          <p:cNvPr id="8" name="Picture 6 (remove.bg)">
            <a:extLst>
              <a:ext uri="{FF2B5EF4-FFF2-40B4-BE49-F238E27FC236}">
                <a16:creationId xmlns:a16="http://schemas.microsoft.com/office/drawing/2014/main" id="{26A06BEA-21B3-4C49-AD0A-A63C69BDCD4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521" y="196463"/>
            <a:ext cx="1149479" cy="114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373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3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900" y="558800"/>
            <a:ext cx="415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Project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126BD4-1D86-C06D-B2C1-0EA12F5FE366}"/>
              </a:ext>
            </a:extLst>
          </p:cNvPr>
          <p:cNvSpPr txBox="1"/>
          <p:nvPr/>
        </p:nvSpPr>
        <p:spPr>
          <a:xfrm>
            <a:off x="1016000" y="1435100"/>
            <a:ext cx="6934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Comic Sans MS" panose="030F0702030302020204" pitchFamily="66" charset="0"/>
              </a:rPr>
              <a:t>Project is made to satisfy the below goals:</a:t>
            </a:r>
          </a:p>
          <a:p>
            <a:endParaRPr lang="en-IN" sz="2800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omic Sans MS" panose="030F0702030302020204" pitchFamily="66" charset="0"/>
              </a:rPr>
              <a:t>CI/Cd to setup the whole infra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omic Sans MS" panose="030F0702030302020204" pitchFamily="66" charset="0"/>
              </a:rPr>
              <a:t>Implement IaC to provision infra in a cloud provider (AWS in this case)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omic Sans MS" panose="030F0702030302020204" pitchFamily="66" charset="0"/>
              </a:rPr>
              <a:t>Configuring Monitoring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omic Sans MS" panose="030F0702030302020204" pitchFamily="66" charset="0"/>
              </a:rPr>
              <a:t>Setting up Monitoring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omic Sans MS" panose="030F0702030302020204" pitchFamily="66" charset="0"/>
              </a:rPr>
              <a:t>Alert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omic Sans MS" panose="030F0702030302020204" pitchFamily="66" charset="0"/>
              </a:rPr>
              <a:t>Dashboard Setup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A9F62D1-49A0-914C-1927-E1807162D4E4}"/>
              </a:ext>
            </a:extLst>
          </p:cNvPr>
          <p:cNvSpPr/>
          <p:nvPr/>
        </p:nvSpPr>
        <p:spPr>
          <a:xfrm>
            <a:off x="9077898" y="1653194"/>
            <a:ext cx="2098101" cy="7992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Terraform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84D93F3-F2D1-5688-BEF5-FEEE3462F0D5}"/>
              </a:ext>
            </a:extLst>
          </p:cNvPr>
          <p:cNvSpPr/>
          <p:nvPr/>
        </p:nvSpPr>
        <p:spPr>
          <a:xfrm>
            <a:off x="9077898" y="2609639"/>
            <a:ext cx="2098101" cy="7992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AWS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BD8D305-83D9-3A0B-64A5-DBCE29D73925}"/>
              </a:ext>
            </a:extLst>
          </p:cNvPr>
          <p:cNvSpPr/>
          <p:nvPr/>
        </p:nvSpPr>
        <p:spPr>
          <a:xfrm>
            <a:off x="9077898" y="3536543"/>
            <a:ext cx="2098101" cy="7992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Ansible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02D8C0B-914F-8791-46B9-1C9C22803604}"/>
              </a:ext>
            </a:extLst>
          </p:cNvPr>
          <p:cNvSpPr/>
          <p:nvPr/>
        </p:nvSpPr>
        <p:spPr>
          <a:xfrm>
            <a:off x="9077898" y="4429778"/>
            <a:ext cx="2098101" cy="7992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Docker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558D884-58BC-5AB1-868D-F0BEF7D45C14}"/>
              </a:ext>
            </a:extLst>
          </p:cNvPr>
          <p:cNvSpPr/>
          <p:nvPr/>
        </p:nvSpPr>
        <p:spPr>
          <a:xfrm>
            <a:off x="9077898" y="748324"/>
            <a:ext cx="2098101" cy="79829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GitLab CI/CD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C3C23EE-BCDB-284F-4A5B-66636F70DEE0}"/>
              </a:ext>
            </a:extLst>
          </p:cNvPr>
          <p:cNvSpPr/>
          <p:nvPr/>
        </p:nvSpPr>
        <p:spPr>
          <a:xfrm>
            <a:off x="9077898" y="5334029"/>
            <a:ext cx="2098101" cy="7992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Monitoring Server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1DE3ADB-F3EF-D7F6-0BE4-10B0D74EB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808406" y="148858"/>
            <a:ext cx="1265560" cy="126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598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4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900" y="558800"/>
            <a:ext cx="415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Technology Stack</a:t>
            </a:r>
          </a:p>
        </p:txBody>
      </p:sp>
      <p:pic>
        <p:nvPicPr>
          <p:cNvPr id="8" name="Picture 2 (remove.bg)">
            <a:extLst>
              <a:ext uri="{FF2B5EF4-FFF2-40B4-BE49-F238E27FC236}">
                <a16:creationId xmlns:a16="http://schemas.microsoft.com/office/drawing/2014/main" id="{BEB8C958-BB6C-FB7C-88EC-D3400056F3F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814" t="15362" b="5138"/>
          <a:stretch/>
        </p:blipFill>
        <p:spPr>
          <a:xfrm>
            <a:off x="4483100" y="322032"/>
            <a:ext cx="1308395" cy="9673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0EB75C-2257-BBC6-8EB0-782E2F098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744" y="1648035"/>
            <a:ext cx="2799449" cy="1399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9C76B1-7C68-BECE-A744-93A89C416A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76" y="3594226"/>
            <a:ext cx="4085421" cy="16978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0E24A8-BF08-8049-1794-4347E894DD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989" y="1482280"/>
            <a:ext cx="1848081" cy="15285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5F9C3D-3B3E-31AE-AD63-78885B4E7C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819" y="3542992"/>
            <a:ext cx="3862580" cy="18327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47658C-C699-55E2-E1A0-5A0B550C5FE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638" y="1537722"/>
            <a:ext cx="1510038" cy="15100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9C5E86-396B-471B-0684-C0EF061DBD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61" y="1662237"/>
            <a:ext cx="1510038" cy="15100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F032901-A3F6-E67F-D0B1-C87A232665A5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193" y="3682247"/>
            <a:ext cx="1966626" cy="183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207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5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899" y="558800"/>
            <a:ext cx="48558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High Level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F243D8-611A-B88D-8BFC-45489CE88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06736" y="190430"/>
            <a:ext cx="1253035" cy="1253035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241C52F-F014-D827-04DF-56189199D3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6949394"/>
              </p:ext>
            </p:extLst>
          </p:nvPr>
        </p:nvGraphicFramePr>
        <p:xfrm>
          <a:off x="1221035" y="1743355"/>
          <a:ext cx="10225489" cy="4141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54569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6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899" y="558800"/>
            <a:ext cx="454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AWS Infrastructure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0725F5-BEBD-0929-AE70-7275C301D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039" y="232728"/>
            <a:ext cx="908954" cy="90895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AB5B97-95DA-5340-F9C2-3B3AE19A323D}"/>
              </a:ext>
            </a:extLst>
          </p:cNvPr>
          <p:cNvSpPr/>
          <p:nvPr/>
        </p:nvSpPr>
        <p:spPr>
          <a:xfrm>
            <a:off x="1244844" y="2005069"/>
            <a:ext cx="2005200" cy="100253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omic Sans MS" panose="030F0702030302020204" pitchFamily="66" charset="0"/>
              </a:rPr>
              <a:t>Internet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3D2AF4-5AA9-AB16-D6D8-98A4BB348CF4}"/>
              </a:ext>
            </a:extLst>
          </p:cNvPr>
          <p:cNvSpPr/>
          <p:nvPr/>
        </p:nvSpPr>
        <p:spPr>
          <a:xfrm>
            <a:off x="3655767" y="2008802"/>
            <a:ext cx="2005069" cy="100253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omic Sans MS" panose="030F0702030302020204" pitchFamily="66" charset="0"/>
              </a:rPr>
              <a:t>Internet Gateway (IGW)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CF54C6-4780-7EFA-CEC3-2D1631F4FEA4}"/>
              </a:ext>
            </a:extLst>
          </p:cNvPr>
          <p:cNvSpPr/>
          <p:nvPr/>
        </p:nvSpPr>
        <p:spPr>
          <a:xfrm>
            <a:off x="6066625" y="1986769"/>
            <a:ext cx="2005069" cy="100253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omic Sans MS" panose="030F0702030302020204" pitchFamily="66" charset="0"/>
              </a:rPr>
              <a:t>VPC</a:t>
            </a:r>
          </a:p>
          <a:p>
            <a:pPr algn="ctr"/>
            <a:r>
              <a:rPr lang="en-IN" sz="1400" dirty="0">
                <a:latin typeface="Comic Sans MS" panose="030F0702030302020204" pitchFamily="66" charset="0"/>
              </a:rPr>
              <a:t>(attached IGW)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4DC07F6-9C35-1071-ECE0-74C2612C7DAA}"/>
              </a:ext>
            </a:extLst>
          </p:cNvPr>
          <p:cNvSpPr/>
          <p:nvPr/>
        </p:nvSpPr>
        <p:spPr>
          <a:xfrm>
            <a:off x="8477483" y="1983035"/>
            <a:ext cx="2005069" cy="100253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omic Sans MS" panose="030F0702030302020204" pitchFamily="66" charset="0"/>
              </a:rPr>
              <a:t>Public Route Table</a:t>
            </a:r>
          </a:p>
          <a:p>
            <a:pPr algn="ctr"/>
            <a:r>
              <a:rPr lang="en-IN" sz="1400" dirty="0">
                <a:latin typeface="Comic Sans MS" panose="030F0702030302020204" pitchFamily="66" charset="0"/>
              </a:rPr>
              <a:t>(0.0.0.0/0 -&gt; IGW)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910777-0F33-1522-7F7F-52D5422BE985}"/>
              </a:ext>
            </a:extLst>
          </p:cNvPr>
          <p:cNvSpPr/>
          <p:nvPr/>
        </p:nvSpPr>
        <p:spPr>
          <a:xfrm>
            <a:off x="8477482" y="3836622"/>
            <a:ext cx="2005069" cy="100253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omic Sans MS" panose="030F0702030302020204" pitchFamily="66" charset="0"/>
              </a:rPr>
              <a:t>Public Subnet</a:t>
            </a:r>
          </a:p>
          <a:p>
            <a:pPr algn="ctr"/>
            <a:r>
              <a:rPr lang="en-IN" sz="1400" dirty="0">
                <a:latin typeface="Comic Sans MS" panose="030F0702030302020204" pitchFamily="66" charset="0"/>
              </a:rPr>
              <a:t>(from associated public route table)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711D35E-4463-0B74-6760-C00C6AB5A9FB}"/>
              </a:ext>
            </a:extLst>
          </p:cNvPr>
          <p:cNvSpPr/>
          <p:nvPr/>
        </p:nvSpPr>
        <p:spPr>
          <a:xfrm>
            <a:off x="6064848" y="3836622"/>
            <a:ext cx="2005069" cy="100253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omic Sans MS" panose="030F0702030302020204" pitchFamily="66" charset="0"/>
              </a:rPr>
              <a:t>AWS EC2 Instance</a:t>
            </a:r>
          </a:p>
          <a:p>
            <a:pPr algn="ctr"/>
            <a:r>
              <a:rPr lang="en-IN" sz="1400" dirty="0">
                <a:latin typeface="Comic Sans MS" panose="030F0702030302020204" pitchFamily="66" charset="0"/>
              </a:rPr>
              <a:t>(Public IP)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135CB0-4967-D757-D3D3-B5B14FD6F983}"/>
              </a:ext>
            </a:extLst>
          </p:cNvPr>
          <p:cNvSpPr/>
          <p:nvPr/>
        </p:nvSpPr>
        <p:spPr>
          <a:xfrm>
            <a:off x="3558448" y="3836623"/>
            <a:ext cx="2005069" cy="100253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omic Sans MS" panose="030F0702030302020204" pitchFamily="66" charset="0"/>
              </a:rPr>
              <a:t>Security Group</a:t>
            </a:r>
          </a:p>
          <a:p>
            <a:pPr algn="ctr"/>
            <a:r>
              <a:rPr lang="en-IN" sz="1400" dirty="0">
                <a:latin typeface="Comic Sans MS" panose="030F0702030302020204" pitchFamily="66" charset="0"/>
              </a:rPr>
              <a:t>(attached to EC2)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297A425-76BB-9B23-4876-6C3790B79C03}"/>
              </a:ext>
            </a:extLst>
          </p:cNvPr>
          <p:cNvSpPr/>
          <p:nvPr/>
        </p:nvSpPr>
        <p:spPr>
          <a:xfrm>
            <a:off x="3250044" y="2423711"/>
            <a:ext cx="405723" cy="23135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2D1F1C8-78B2-9F2F-ECBA-A3C6E76D04BE}"/>
              </a:ext>
            </a:extLst>
          </p:cNvPr>
          <p:cNvSpPr/>
          <p:nvPr/>
        </p:nvSpPr>
        <p:spPr>
          <a:xfrm>
            <a:off x="5657226" y="2423711"/>
            <a:ext cx="405723" cy="23135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C64A4E80-D3A6-3B7D-0D40-264790C3480B}"/>
              </a:ext>
            </a:extLst>
          </p:cNvPr>
          <p:cNvSpPr/>
          <p:nvPr/>
        </p:nvSpPr>
        <p:spPr>
          <a:xfrm>
            <a:off x="8064408" y="2423711"/>
            <a:ext cx="405723" cy="23135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DC63F92-CDC3-5CA4-5730-CF3CD1E46A15}"/>
              </a:ext>
            </a:extLst>
          </p:cNvPr>
          <p:cNvSpPr/>
          <p:nvPr/>
        </p:nvSpPr>
        <p:spPr>
          <a:xfrm>
            <a:off x="5563516" y="4237362"/>
            <a:ext cx="499431" cy="2847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BF79AEF-FDA3-0EB6-6C7D-26106AA82903}"/>
              </a:ext>
            </a:extLst>
          </p:cNvPr>
          <p:cNvSpPr/>
          <p:nvPr/>
        </p:nvSpPr>
        <p:spPr>
          <a:xfrm rot="5400000">
            <a:off x="9034883" y="3246344"/>
            <a:ext cx="890263" cy="2847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563412F-AA9D-9CF9-3EE1-9BD5BDDD9234}"/>
              </a:ext>
            </a:extLst>
          </p:cNvPr>
          <p:cNvSpPr/>
          <p:nvPr/>
        </p:nvSpPr>
        <p:spPr>
          <a:xfrm rot="10800000">
            <a:off x="8071817" y="4237362"/>
            <a:ext cx="499431" cy="2847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611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7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899" y="558800"/>
            <a:ext cx="5340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Terraform Infrastructure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01048C-C8CC-E2B3-E59B-E9768A58DC22}"/>
              </a:ext>
            </a:extLst>
          </p:cNvPr>
          <p:cNvGrpSpPr/>
          <p:nvPr/>
        </p:nvGrpSpPr>
        <p:grpSpPr>
          <a:xfrm>
            <a:off x="2810327" y="3317057"/>
            <a:ext cx="2410923" cy="1002535"/>
            <a:chOff x="1244844" y="2005069"/>
            <a:chExt cx="2410923" cy="100253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6AB5B97-95DA-5340-F9C2-3B3AE19A323D}"/>
                </a:ext>
              </a:extLst>
            </p:cNvPr>
            <p:cNvSpPr/>
            <p:nvPr/>
          </p:nvSpPr>
          <p:spPr>
            <a:xfrm>
              <a:off x="1244844" y="2005069"/>
              <a:ext cx="2005200" cy="1002535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Comic Sans MS" panose="030F0702030302020204" pitchFamily="66" charset="0"/>
                </a:rPr>
                <a:t>GitLab CI/CD</a:t>
              </a:r>
            </a:p>
            <a:p>
              <a:pPr algn="ctr"/>
              <a:r>
                <a:rPr lang="en-IN" sz="1400" dirty="0">
                  <a:latin typeface="Comic Sans MS" panose="030F0702030302020204" pitchFamily="66" charset="0"/>
                </a:rPr>
                <a:t>Push triggers pipeline</a:t>
              </a: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4297A425-76BB-9B23-4876-6C3790B79C03}"/>
                </a:ext>
              </a:extLst>
            </p:cNvPr>
            <p:cNvSpPr/>
            <p:nvPr/>
          </p:nvSpPr>
          <p:spPr>
            <a:xfrm>
              <a:off x="3250044" y="2423711"/>
              <a:ext cx="405723" cy="231354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Comic Sans MS" panose="030F0702030302020204" pitchFamily="66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0EA1BAB-D425-015F-B552-81DCD3210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679" r="63775" b="10976"/>
          <a:stretch/>
        </p:blipFill>
        <p:spPr>
          <a:xfrm>
            <a:off x="5880327" y="167571"/>
            <a:ext cx="1014120" cy="108261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F99C6FF1-FF6B-B5E9-2A0A-CA22E2576E63}"/>
              </a:ext>
            </a:extLst>
          </p:cNvPr>
          <p:cNvGrpSpPr/>
          <p:nvPr/>
        </p:nvGrpSpPr>
        <p:grpSpPr>
          <a:xfrm>
            <a:off x="5217640" y="1771543"/>
            <a:ext cx="2410792" cy="2551782"/>
            <a:chOff x="3676221" y="1373957"/>
            <a:chExt cx="2410792" cy="255178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39DC50A-10A0-1B29-548F-A9217585B12B}"/>
                </a:ext>
              </a:extLst>
            </p:cNvPr>
            <p:cNvGrpSpPr/>
            <p:nvPr/>
          </p:nvGrpSpPr>
          <p:grpSpPr>
            <a:xfrm>
              <a:off x="3679831" y="2923204"/>
              <a:ext cx="2407182" cy="1002535"/>
              <a:chOff x="3655767" y="2008802"/>
              <a:chExt cx="2407182" cy="1002535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43D2AF4-5AA9-AB16-D6D8-98A4BB348CF4}"/>
                  </a:ext>
                </a:extLst>
              </p:cNvPr>
              <p:cNvSpPr/>
              <p:nvPr/>
            </p:nvSpPr>
            <p:spPr>
              <a:xfrm>
                <a:off x="3655767" y="2008802"/>
                <a:ext cx="2005069" cy="100253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300" b="1" dirty="0">
                    <a:latin typeface="Comic Sans MS" panose="030F0702030302020204" pitchFamily="66" charset="0"/>
                  </a:rPr>
                  <a:t>HCP Terraform Cloud</a:t>
                </a:r>
              </a:p>
              <a:p>
                <a:pPr algn="ctr"/>
                <a:r>
                  <a:rPr lang="en-IN" sz="1400" dirty="0">
                    <a:latin typeface="Comic Sans MS" panose="030F0702030302020204" pitchFamily="66" charset="0"/>
                  </a:rPr>
                  <a:t>Remote plan &amp; apply</a:t>
                </a:r>
              </a:p>
            </p:txBody>
          </p:sp>
          <p:sp>
            <p:nvSpPr>
              <p:cNvPr id="15" name="Arrow: Right 14">
                <a:extLst>
                  <a:ext uri="{FF2B5EF4-FFF2-40B4-BE49-F238E27FC236}">
                    <a16:creationId xmlns:a16="http://schemas.microsoft.com/office/drawing/2014/main" id="{A2D1F1C8-78B2-9F2F-ECBA-A3C6E76D04BE}"/>
                  </a:ext>
                </a:extLst>
              </p:cNvPr>
              <p:cNvSpPr/>
              <p:nvPr/>
            </p:nvSpPr>
            <p:spPr>
              <a:xfrm>
                <a:off x="5657226" y="2423711"/>
                <a:ext cx="405723" cy="231354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C8F784B-D209-22AD-D1F0-3BFC5409BB71}"/>
                </a:ext>
              </a:extLst>
            </p:cNvPr>
            <p:cNvGrpSpPr/>
            <p:nvPr/>
          </p:nvGrpSpPr>
          <p:grpSpPr>
            <a:xfrm>
              <a:off x="3676221" y="1373957"/>
              <a:ext cx="2005069" cy="1673439"/>
              <a:chOff x="3676221" y="1373957"/>
              <a:chExt cx="2005069" cy="1673439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64B6B84E-65E1-BF5C-C898-05CD179866AA}"/>
                  </a:ext>
                </a:extLst>
              </p:cNvPr>
              <p:cNvSpPr/>
              <p:nvPr/>
            </p:nvSpPr>
            <p:spPr>
              <a:xfrm>
                <a:off x="3676221" y="1373957"/>
                <a:ext cx="2005069" cy="100253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latin typeface="Comic Sans MS" panose="030F0702030302020204" pitchFamily="66" charset="0"/>
                  </a:rPr>
                  <a:t>.tfstate file + lock</a:t>
                </a:r>
              </a:p>
              <a:p>
                <a:pPr algn="ctr"/>
                <a:r>
                  <a:rPr lang="en-IN" sz="1400" dirty="0">
                    <a:latin typeface="Comic Sans MS" panose="030F0702030302020204" pitchFamily="66" charset="0"/>
                  </a:rPr>
                  <a:t>prevents concurrent runs + save state</a:t>
                </a:r>
              </a:p>
            </p:txBody>
          </p:sp>
          <p:sp>
            <p:nvSpPr>
              <p:cNvPr id="26" name="Arrow: Right 25">
                <a:extLst>
                  <a:ext uri="{FF2B5EF4-FFF2-40B4-BE49-F238E27FC236}">
                    <a16:creationId xmlns:a16="http://schemas.microsoft.com/office/drawing/2014/main" id="{F69052E4-1E74-D6CD-6F87-3EB7746B0A13}"/>
                  </a:ext>
                </a:extLst>
              </p:cNvPr>
              <p:cNvSpPr/>
              <p:nvPr/>
            </p:nvSpPr>
            <p:spPr>
              <a:xfrm rot="16200000">
                <a:off x="4351534" y="2552962"/>
                <a:ext cx="670904" cy="317963"/>
              </a:xfrm>
              <a:prstGeom prst="rightArrow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>
                  <a:latin typeface="Comic Sans MS" panose="030F0702030302020204" pitchFamily="66" charset="0"/>
                </a:endParaRPr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C304404-F9B5-E0E8-D8D8-C95883942E07}"/>
              </a:ext>
            </a:extLst>
          </p:cNvPr>
          <p:cNvGrpSpPr/>
          <p:nvPr/>
        </p:nvGrpSpPr>
        <p:grpSpPr>
          <a:xfrm>
            <a:off x="399404" y="3350108"/>
            <a:ext cx="2410923" cy="1002535"/>
            <a:chOff x="1244844" y="2005069"/>
            <a:chExt cx="2410923" cy="1002535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B884E05-85EF-6B49-36F6-4B8D81B19AE2}"/>
                </a:ext>
              </a:extLst>
            </p:cNvPr>
            <p:cNvSpPr/>
            <p:nvPr/>
          </p:nvSpPr>
          <p:spPr>
            <a:xfrm>
              <a:off x="1244844" y="2005069"/>
              <a:ext cx="2005200" cy="1002535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Comic Sans MS" panose="030F0702030302020204" pitchFamily="66" charset="0"/>
                </a:rPr>
                <a:t>Local .tf files</a:t>
              </a:r>
            </a:p>
            <a:p>
              <a:pPr algn="ctr"/>
              <a:r>
                <a:rPr lang="en-IN" sz="1400" dirty="0">
                  <a:latin typeface="Comic Sans MS" panose="030F0702030302020204" pitchFamily="66" charset="0"/>
                </a:rPr>
                <a:t>vpc.tf, ec2.tf,sg.tf…</a:t>
              </a:r>
            </a:p>
          </p:txBody>
        </p:sp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38811552-E20D-04C8-E757-7E44CE2E99E6}"/>
                </a:ext>
              </a:extLst>
            </p:cNvPr>
            <p:cNvSpPr/>
            <p:nvPr/>
          </p:nvSpPr>
          <p:spPr>
            <a:xfrm>
              <a:off x="3250044" y="2423711"/>
              <a:ext cx="405723" cy="231354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Comic Sans MS" panose="030F0702030302020204" pitchFamily="66" charset="0"/>
              </a:endParaRPr>
            </a:p>
          </p:txBody>
        </p:sp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FC18E2C-3451-2FED-F540-B1884C47139B}"/>
              </a:ext>
            </a:extLst>
          </p:cNvPr>
          <p:cNvSpPr/>
          <p:nvPr/>
        </p:nvSpPr>
        <p:spPr>
          <a:xfrm>
            <a:off x="10052206" y="3317056"/>
            <a:ext cx="2005200" cy="100253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omic Sans MS" panose="030F0702030302020204" pitchFamily="66" charset="0"/>
              </a:rPr>
              <a:t>EC2 instance</a:t>
            </a:r>
          </a:p>
          <a:p>
            <a:pPr algn="ctr"/>
            <a:r>
              <a:rPr lang="en-IN" sz="1400" dirty="0">
                <a:latin typeface="Comic Sans MS" panose="030F0702030302020204" pitchFamily="66" charset="0"/>
              </a:rPr>
              <a:t>Public IP, Key Pair, AMI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9632482-FB17-BAC7-5E8F-93231188422C}"/>
              </a:ext>
            </a:extLst>
          </p:cNvPr>
          <p:cNvGrpSpPr/>
          <p:nvPr/>
        </p:nvGrpSpPr>
        <p:grpSpPr>
          <a:xfrm>
            <a:off x="7641283" y="3317057"/>
            <a:ext cx="2410923" cy="1002535"/>
            <a:chOff x="1244844" y="2005069"/>
            <a:chExt cx="2410923" cy="1002535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AD37C553-1613-AB78-BFF8-270A161AB3BF}"/>
                </a:ext>
              </a:extLst>
            </p:cNvPr>
            <p:cNvSpPr/>
            <p:nvPr/>
          </p:nvSpPr>
          <p:spPr>
            <a:xfrm>
              <a:off x="1244844" y="2005069"/>
              <a:ext cx="2005200" cy="1002535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Comic Sans MS" panose="030F0702030302020204" pitchFamily="66" charset="0"/>
                </a:rPr>
                <a:t>AWS Infrastructure</a:t>
              </a:r>
            </a:p>
            <a:p>
              <a:pPr algn="ctr"/>
              <a:r>
                <a:rPr lang="en-IN" sz="1400" dirty="0">
                  <a:latin typeface="Comic Sans MS" panose="030F0702030302020204" pitchFamily="66" charset="0"/>
                </a:rPr>
                <a:t>VPC, IGW, subnet, SG</a:t>
              </a:r>
            </a:p>
          </p:txBody>
        </p: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A9349AA9-4DDB-DCEE-DC75-2A22AC43AFA4}"/>
                </a:ext>
              </a:extLst>
            </p:cNvPr>
            <p:cNvSpPr/>
            <p:nvPr/>
          </p:nvSpPr>
          <p:spPr>
            <a:xfrm>
              <a:off x="3250044" y="2423711"/>
              <a:ext cx="405723" cy="231354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229C740-23B3-5BB6-2C69-73EE2FEB633A}"/>
              </a:ext>
            </a:extLst>
          </p:cNvPr>
          <p:cNvGrpSpPr/>
          <p:nvPr/>
        </p:nvGrpSpPr>
        <p:grpSpPr>
          <a:xfrm>
            <a:off x="5217639" y="4319592"/>
            <a:ext cx="2005069" cy="1702414"/>
            <a:chOff x="5217639" y="4319592"/>
            <a:chExt cx="2005069" cy="1702414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95493EF6-E46D-7719-C58E-29B464DFC2F4}"/>
                </a:ext>
              </a:extLst>
            </p:cNvPr>
            <p:cNvSpPr/>
            <p:nvPr/>
          </p:nvSpPr>
          <p:spPr>
            <a:xfrm>
              <a:off x="5217639" y="5019471"/>
              <a:ext cx="2005069" cy="1002535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Comic Sans MS" panose="030F0702030302020204" pitchFamily="66" charset="0"/>
                </a:rPr>
                <a:t>AWS Key Variables</a:t>
              </a:r>
            </a:p>
            <a:p>
              <a:pPr algn="ctr"/>
              <a:r>
                <a:rPr lang="en-IN" sz="1400" dirty="0">
                  <a:latin typeface="Comic Sans MS" panose="030F0702030302020204" pitchFamily="66" charset="0"/>
                </a:rPr>
                <a:t>get access &amp; secret key from terraform cloud variables</a:t>
              </a:r>
            </a:p>
          </p:txBody>
        </p: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1C52BC2D-3960-7189-240F-E9B0BDCA8447}"/>
                </a:ext>
              </a:extLst>
            </p:cNvPr>
            <p:cNvSpPr/>
            <p:nvPr/>
          </p:nvSpPr>
          <p:spPr>
            <a:xfrm rot="5400000">
              <a:off x="5892953" y="4496062"/>
              <a:ext cx="670904" cy="317963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96A05E7-9C1A-0946-EA28-3787B2B6874D}"/>
              </a:ext>
            </a:extLst>
          </p:cNvPr>
          <p:cNvGrpSpPr/>
          <p:nvPr/>
        </p:nvGrpSpPr>
        <p:grpSpPr>
          <a:xfrm>
            <a:off x="2806847" y="4319592"/>
            <a:ext cx="2005069" cy="1702414"/>
            <a:chOff x="5217639" y="4319592"/>
            <a:chExt cx="2005069" cy="1702414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5B1F407A-0ED7-739C-4201-FE264E811A2A}"/>
                </a:ext>
              </a:extLst>
            </p:cNvPr>
            <p:cNvSpPr/>
            <p:nvPr/>
          </p:nvSpPr>
          <p:spPr>
            <a:xfrm>
              <a:off x="5217639" y="5019471"/>
              <a:ext cx="2005069" cy="1002535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Comic Sans MS" panose="030F0702030302020204" pitchFamily="66" charset="0"/>
                </a:rPr>
                <a:t>Terraform App Token</a:t>
              </a:r>
            </a:p>
            <a:p>
              <a:pPr algn="ctr"/>
              <a:r>
                <a:rPr lang="en-IN" sz="1400" dirty="0">
                  <a:latin typeface="Comic Sans MS" panose="030F0702030302020204" pitchFamily="66" charset="0"/>
                </a:rPr>
                <a:t>get token from GitLab ci/cd variables</a:t>
              </a:r>
            </a:p>
          </p:txBody>
        </p:sp>
        <p:sp>
          <p:nvSpPr>
            <p:cNvPr id="45" name="Arrow: Right 44">
              <a:extLst>
                <a:ext uri="{FF2B5EF4-FFF2-40B4-BE49-F238E27FC236}">
                  <a16:creationId xmlns:a16="http://schemas.microsoft.com/office/drawing/2014/main" id="{BA71EF26-C882-0074-8F77-ABC096BD7DCB}"/>
                </a:ext>
              </a:extLst>
            </p:cNvPr>
            <p:cNvSpPr/>
            <p:nvPr/>
          </p:nvSpPr>
          <p:spPr>
            <a:xfrm rot="5400000">
              <a:off x="5892953" y="4496062"/>
              <a:ext cx="670904" cy="317963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0D228DB-5A78-E590-8DB5-1665182C282E}"/>
              </a:ext>
            </a:extLst>
          </p:cNvPr>
          <p:cNvGrpSpPr/>
          <p:nvPr/>
        </p:nvGrpSpPr>
        <p:grpSpPr>
          <a:xfrm>
            <a:off x="462330" y="4319591"/>
            <a:ext cx="2005069" cy="1702414"/>
            <a:chOff x="5217639" y="4319592"/>
            <a:chExt cx="2005069" cy="1702414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B795A8EB-55E9-9C8C-E202-77BDE3EB5A4D}"/>
                </a:ext>
              </a:extLst>
            </p:cNvPr>
            <p:cNvSpPr/>
            <p:nvPr/>
          </p:nvSpPr>
          <p:spPr>
            <a:xfrm>
              <a:off x="5217639" y="5019471"/>
              <a:ext cx="2005069" cy="1002535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Comic Sans MS" panose="030F0702030302020204" pitchFamily="66" charset="0"/>
                </a:rPr>
                <a:t>terraform.tfvars</a:t>
              </a:r>
            </a:p>
            <a:p>
              <a:pPr algn="ctr"/>
              <a:r>
                <a:rPr lang="en-IN" sz="1400" dirty="0">
                  <a:latin typeface="Comic Sans MS" panose="030F0702030302020204" pitchFamily="66" charset="0"/>
                </a:rPr>
                <a:t>get values of variables</a:t>
              </a:r>
            </a:p>
          </p:txBody>
        </p:sp>
        <p:sp>
          <p:nvSpPr>
            <p:cNvPr id="48" name="Arrow: Right 47">
              <a:extLst>
                <a:ext uri="{FF2B5EF4-FFF2-40B4-BE49-F238E27FC236}">
                  <a16:creationId xmlns:a16="http://schemas.microsoft.com/office/drawing/2014/main" id="{3B368315-CC39-6BD0-46CE-52006FD2BC26}"/>
                </a:ext>
              </a:extLst>
            </p:cNvPr>
            <p:cNvSpPr/>
            <p:nvPr/>
          </p:nvSpPr>
          <p:spPr>
            <a:xfrm rot="5400000">
              <a:off x="5892953" y="4496062"/>
              <a:ext cx="670904" cy="317963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Comic Sans MS" panose="030F0702030302020204" pitchFamily="66" charset="0"/>
              </a:endParaRPr>
            </a:p>
          </p:txBody>
        </p:sp>
      </p:grpSp>
      <p:pic>
        <p:nvPicPr>
          <p:cNvPr id="52" name="Picture 49 (remove.bg)">
            <a:extLst>
              <a:ext uri="{FF2B5EF4-FFF2-40B4-BE49-F238E27FC236}">
                <a16:creationId xmlns:a16="http://schemas.microsoft.com/office/drawing/2014/main" id="{4D452A7F-18AB-1B1D-B3B8-4C053F087A4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476" y="162264"/>
            <a:ext cx="2657846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3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8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899" y="558800"/>
            <a:ext cx="44648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GitLab CI/CD Flow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394A3C-B221-53BC-FA0E-5A3514852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193" y="170512"/>
            <a:ext cx="2222515" cy="1054545"/>
          </a:xfrm>
          <a:prstGeom prst="rect">
            <a:avLst/>
          </a:prstGeom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8927149-E046-9183-F902-366BE1506C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4389935"/>
              </p:ext>
            </p:extLst>
          </p:nvPr>
        </p:nvGraphicFramePr>
        <p:xfrm>
          <a:off x="256688" y="1306540"/>
          <a:ext cx="8394018" cy="4865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2898BE5-BB18-FDCC-A46B-EF9413ECDCF7}"/>
              </a:ext>
            </a:extLst>
          </p:cNvPr>
          <p:cNvSpPr txBox="1"/>
          <p:nvPr/>
        </p:nvSpPr>
        <p:spPr>
          <a:xfrm>
            <a:off x="3200400" y="5511347"/>
            <a:ext cx="3663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omic Sans MS" panose="030F0702030302020204" pitchFamily="66" charset="0"/>
              </a:rPr>
              <a:t>Please Note: This project uses self hosted GitLab runner</a:t>
            </a:r>
          </a:p>
        </p:txBody>
      </p:sp>
      <p:pic>
        <p:nvPicPr>
          <p:cNvPr id="18" name="Picture 15 (remove.bg)">
            <a:extLst>
              <a:ext uri="{FF2B5EF4-FFF2-40B4-BE49-F238E27FC236}">
                <a16:creationId xmlns:a16="http://schemas.microsoft.com/office/drawing/2014/main" id="{34EAE7FB-A468-9559-4864-73FECA3C3D64}"/>
              </a:ext>
            </a:extLst>
          </p:cNvPr>
          <p:cNvPicPr>
            <a:picLocks/>
          </p:cNvPicPr>
          <p:nvPr/>
        </p:nvPicPr>
        <p:blipFill>
          <a:blip r:embed="rId9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412" y="796402"/>
            <a:ext cx="3807325" cy="532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216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9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899" y="558800"/>
            <a:ext cx="7191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Ansible Configuration &amp; Automation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1C9017-1404-9E50-176E-0EA0EA483B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83"/>
          <a:stretch/>
        </p:blipFill>
        <p:spPr>
          <a:xfrm>
            <a:off x="7713115" y="314100"/>
            <a:ext cx="931148" cy="703176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D7D9E30-1148-9CED-80D9-5826778895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4761378"/>
              </p:ext>
            </p:extLst>
          </p:nvPr>
        </p:nvGraphicFramePr>
        <p:xfrm>
          <a:off x="516022" y="1143575"/>
          <a:ext cx="288891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57CF996-7AD2-026D-6EFA-45883B975850}"/>
              </a:ext>
            </a:extLst>
          </p:cNvPr>
          <p:cNvSpPr txBox="1"/>
          <p:nvPr/>
        </p:nvSpPr>
        <p:spPr>
          <a:xfrm>
            <a:off x="3808163" y="1190727"/>
            <a:ext cx="2101850" cy="542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latin typeface="Comic Sans MS" panose="030F0702030302020204" pitchFamily="66" charset="0"/>
              </a:rPr>
              <a:t>roles/</a:t>
            </a:r>
          </a:p>
          <a:p>
            <a:endParaRPr lang="en-IN" sz="1050" b="1" dirty="0">
              <a:latin typeface="Comic Sans MS" panose="030F0702030302020204" pitchFamily="66" charset="0"/>
            </a:endParaRPr>
          </a:p>
          <a:p>
            <a:r>
              <a:rPr lang="en-IN" sz="1050" b="1" dirty="0">
                <a:latin typeface="Comic Sans MS" panose="030F0702030302020204" pitchFamily="66" charset="0"/>
              </a:rPr>
              <a:t>docker</a:t>
            </a:r>
          </a:p>
          <a:p>
            <a:r>
              <a:rPr lang="en-IN" sz="1050" b="1" dirty="0">
                <a:latin typeface="Comic Sans MS" panose="030F0702030302020204" pitchFamily="66" charset="0"/>
              </a:rPr>
              <a:t>│</a:t>
            </a:r>
          </a:p>
          <a:p>
            <a:r>
              <a:rPr lang="en-IN" sz="1050" b="1" dirty="0">
                <a:latin typeface="Comic Sans MS" panose="030F0702030302020204" pitchFamily="66" charset="0"/>
              </a:rPr>
              <a:t>|── install docker</a:t>
            </a:r>
          </a:p>
          <a:p>
            <a:r>
              <a:rPr lang="en-IN" sz="1050" b="1" dirty="0">
                <a:latin typeface="Comic Sans MS" panose="030F0702030302020204" pitchFamily="66" charset="0"/>
              </a:rPr>
              <a:t>|── docker compose</a:t>
            </a:r>
          </a:p>
          <a:p>
            <a:endParaRPr lang="en-IN" sz="1050" b="1" dirty="0">
              <a:latin typeface="Comic Sans MS" panose="030F0702030302020204" pitchFamily="66" charset="0"/>
            </a:endParaRPr>
          </a:p>
          <a:p>
            <a:r>
              <a:rPr lang="en-IN" sz="1050" b="1" dirty="0" err="1">
                <a:latin typeface="Comic Sans MS" panose="030F0702030302020204" pitchFamily="66" charset="0"/>
              </a:rPr>
              <a:t>node_exporter</a:t>
            </a:r>
            <a:endParaRPr lang="en-IN" sz="1050" b="1" dirty="0">
              <a:latin typeface="Comic Sans MS" panose="030F0702030302020204" pitchFamily="66" charset="0"/>
            </a:endParaRPr>
          </a:p>
          <a:p>
            <a:r>
              <a:rPr lang="en-IN" sz="1050" b="1" dirty="0">
                <a:latin typeface="Comic Sans MS" panose="030F0702030302020204" pitchFamily="66" charset="0"/>
              </a:rPr>
              <a:t>│</a:t>
            </a:r>
          </a:p>
          <a:p>
            <a:r>
              <a:rPr lang="en-IN" sz="1050" b="1" dirty="0">
                <a:latin typeface="Comic Sans MS" panose="030F0702030302020204" pitchFamily="66" charset="0"/>
              </a:rPr>
              <a:t>|── docker compose</a:t>
            </a:r>
          </a:p>
          <a:p>
            <a:r>
              <a:rPr lang="en-IN" sz="1050" b="1" dirty="0">
                <a:latin typeface="Comic Sans MS" panose="030F0702030302020204" pitchFamily="66" charset="0"/>
              </a:rPr>
              <a:t>|── start exporter</a:t>
            </a:r>
          </a:p>
          <a:p>
            <a:endParaRPr lang="en-IN" sz="1050" b="1" dirty="0">
              <a:latin typeface="Comic Sans MS" panose="030F0702030302020204" pitchFamily="66" charset="0"/>
            </a:endParaRPr>
          </a:p>
          <a:p>
            <a:r>
              <a:rPr lang="en-IN" sz="1050" b="1" dirty="0" err="1">
                <a:latin typeface="Comic Sans MS" panose="030F0702030302020204" pitchFamily="66" charset="0"/>
              </a:rPr>
              <a:t>apache_exporter</a:t>
            </a:r>
            <a:endParaRPr lang="en-IN" sz="1050" b="1" dirty="0">
              <a:latin typeface="Comic Sans MS" panose="030F0702030302020204" pitchFamily="66" charset="0"/>
            </a:endParaRPr>
          </a:p>
          <a:p>
            <a:r>
              <a:rPr lang="en-IN" sz="1050" b="1" dirty="0">
                <a:latin typeface="Comic Sans MS" panose="030F0702030302020204" pitchFamily="66" charset="0"/>
              </a:rPr>
              <a:t>│</a:t>
            </a:r>
          </a:p>
          <a:p>
            <a:r>
              <a:rPr lang="en-IN" sz="1050" b="1" dirty="0">
                <a:latin typeface="Comic Sans MS" panose="030F0702030302020204" pitchFamily="66" charset="0"/>
              </a:rPr>
              <a:t>|── docker compose</a:t>
            </a:r>
          </a:p>
          <a:p>
            <a:endParaRPr lang="en-IN" sz="1050" b="1" dirty="0">
              <a:latin typeface="Comic Sans MS" panose="030F0702030302020204" pitchFamily="66" charset="0"/>
            </a:endParaRPr>
          </a:p>
          <a:p>
            <a:r>
              <a:rPr lang="en-IN" sz="1050" b="1" dirty="0" err="1">
                <a:latin typeface="Comic Sans MS" panose="030F0702030302020204" pitchFamily="66" charset="0"/>
              </a:rPr>
              <a:t>cadvisor</a:t>
            </a:r>
            <a:endParaRPr lang="en-IN" sz="1050" b="1" dirty="0">
              <a:latin typeface="Comic Sans MS" panose="030F0702030302020204" pitchFamily="66" charset="0"/>
            </a:endParaRPr>
          </a:p>
          <a:p>
            <a:r>
              <a:rPr lang="en-IN" sz="1050" b="1" dirty="0">
                <a:latin typeface="Comic Sans MS" panose="030F0702030302020204" pitchFamily="66" charset="0"/>
              </a:rPr>
              <a:t>│</a:t>
            </a:r>
          </a:p>
          <a:p>
            <a:r>
              <a:rPr lang="en-IN" sz="1050" b="1" dirty="0">
                <a:latin typeface="Comic Sans MS" panose="030F0702030302020204" pitchFamily="66" charset="0"/>
              </a:rPr>
              <a:t>|── docker compose</a:t>
            </a:r>
          </a:p>
          <a:p>
            <a:endParaRPr lang="en-IN" sz="1050" b="1" dirty="0">
              <a:latin typeface="Comic Sans MS" panose="030F0702030302020204" pitchFamily="66" charset="0"/>
            </a:endParaRPr>
          </a:p>
          <a:p>
            <a:r>
              <a:rPr lang="en-IN" sz="1050" b="1" dirty="0" err="1">
                <a:latin typeface="Comic Sans MS" panose="030F0702030302020204" pitchFamily="66" charset="0"/>
              </a:rPr>
              <a:t>prometheus</a:t>
            </a:r>
            <a:endParaRPr lang="en-IN" sz="1050" b="1" dirty="0">
              <a:latin typeface="Comic Sans MS" panose="030F0702030302020204" pitchFamily="66" charset="0"/>
            </a:endParaRPr>
          </a:p>
          <a:p>
            <a:r>
              <a:rPr lang="en-IN" sz="1050" b="1" dirty="0">
                <a:latin typeface="Comic Sans MS" panose="030F0702030302020204" pitchFamily="66" charset="0"/>
              </a:rPr>
              <a:t>│</a:t>
            </a:r>
          </a:p>
          <a:p>
            <a:r>
              <a:rPr lang="en-IN" sz="1050" b="1" dirty="0">
                <a:latin typeface="Comic Sans MS" panose="030F0702030302020204" pitchFamily="66" charset="0"/>
              </a:rPr>
              <a:t>|── </a:t>
            </a:r>
            <a:r>
              <a:rPr lang="en-IN" sz="1050" b="1" dirty="0" err="1">
                <a:latin typeface="Comic Sans MS" panose="030F0702030302020204" pitchFamily="66" charset="0"/>
              </a:rPr>
              <a:t>prometheus.yml</a:t>
            </a:r>
            <a:endParaRPr lang="en-IN" sz="1050" b="1" dirty="0">
              <a:latin typeface="Comic Sans MS" panose="030F0702030302020204" pitchFamily="66" charset="0"/>
            </a:endParaRPr>
          </a:p>
          <a:p>
            <a:r>
              <a:rPr lang="en-IN" sz="1050" b="1" dirty="0">
                <a:latin typeface="Comic Sans MS" panose="030F0702030302020204" pitchFamily="66" charset="0"/>
              </a:rPr>
              <a:t>|── alert rules</a:t>
            </a:r>
          </a:p>
          <a:p>
            <a:endParaRPr lang="en-IN" sz="1050" b="1" dirty="0">
              <a:latin typeface="Comic Sans MS" panose="030F0702030302020204" pitchFamily="66" charset="0"/>
            </a:endParaRPr>
          </a:p>
          <a:p>
            <a:r>
              <a:rPr lang="en-IN" sz="1050" b="1" dirty="0" err="1">
                <a:latin typeface="Comic Sans MS" panose="030F0702030302020204" pitchFamily="66" charset="0"/>
              </a:rPr>
              <a:t>grafana</a:t>
            </a:r>
            <a:endParaRPr lang="en-IN" sz="1050" b="1" dirty="0">
              <a:latin typeface="Comic Sans MS" panose="030F0702030302020204" pitchFamily="66" charset="0"/>
            </a:endParaRPr>
          </a:p>
          <a:p>
            <a:r>
              <a:rPr lang="en-IN" sz="1050" b="1" dirty="0">
                <a:latin typeface="Comic Sans MS" panose="030F0702030302020204" pitchFamily="66" charset="0"/>
              </a:rPr>
              <a:t>│</a:t>
            </a:r>
          </a:p>
          <a:p>
            <a:r>
              <a:rPr lang="en-IN" sz="1050" b="1" dirty="0">
                <a:latin typeface="Comic Sans MS" panose="030F0702030302020204" pitchFamily="66" charset="0"/>
              </a:rPr>
              <a:t>|── </a:t>
            </a:r>
            <a:r>
              <a:rPr lang="en-IN" sz="1050" b="1" dirty="0" err="1">
                <a:latin typeface="Comic Sans MS" panose="030F0702030302020204" pitchFamily="66" charset="0"/>
              </a:rPr>
              <a:t>datasource</a:t>
            </a:r>
            <a:endParaRPr lang="en-IN" sz="1050" b="1" dirty="0">
              <a:latin typeface="Comic Sans MS" panose="030F0702030302020204" pitchFamily="66" charset="0"/>
            </a:endParaRPr>
          </a:p>
          <a:p>
            <a:r>
              <a:rPr lang="en-IN" sz="1050" b="1" dirty="0">
                <a:latin typeface="Comic Sans MS" panose="030F0702030302020204" pitchFamily="66" charset="0"/>
              </a:rPr>
              <a:t>|── dashboards</a:t>
            </a:r>
          </a:p>
          <a:p>
            <a:endParaRPr lang="en-IN" sz="1050" b="1" dirty="0">
              <a:latin typeface="Comic Sans MS" panose="030F0702030302020204" pitchFamily="66" charset="0"/>
            </a:endParaRPr>
          </a:p>
          <a:p>
            <a:r>
              <a:rPr lang="en-IN" sz="1050" b="1" dirty="0" err="1">
                <a:latin typeface="Comic Sans MS" panose="030F0702030302020204" pitchFamily="66" charset="0"/>
              </a:rPr>
              <a:t>alertmanager</a:t>
            </a:r>
            <a:endParaRPr lang="en-IN" sz="1050" b="1" dirty="0">
              <a:latin typeface="Comic Sans MS" panose="030F0702030302020204" pitchFamily="66" charset="0"/>
            </a:endParaRPr>
          </a:p>
          <a:p>
            <a:r>
              <a:rPr lang="en-IN" sz="1050" b="1" dirty="0">
                <a:latin typeface="Comic Sans MS" panose="030F0702030302020204" pitchFamily="66" charset="0"/>
              </a:rPr>
              <a:t>│</a:t>
            </a:r>
          </a:p>
          <a:p>
            <a:r>
              <a:rPr lang="en-IN" sz="1050" b="1" dirty="0">
                <a:latin typeface="Comic Sans MS" panose="030F0702030302020204" pitchFamily="66" charset="0"/>
              </a:rPr>
              <a:t>|── </a:t>
            </a:r>
            <a:r>
              <a:rPr lang="en-IN" sz="1050" b="1" dirty="0" err="1">
                <a:latin typeface="Comic Sans MS" panose="030F0702030302020204" pitchFamily="66" charset="0"/>
              </a:rPr>
              <a:t>alertmanager.yml</a:t>
            </a:r>
            <a:endParaRPr lang="en-IN" sz="1050" b="1" dirty="0">
              <a:latin typeface="Comic Sans MS" panose="030F0702030302020204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E4FB2D-DA95-8376-761A-849B96270A61}"/>
              </a:ext>
            </a:extLst>
          </p:cNvPr>
          <p:cNvSpPr txBox="1"/>
          <p:nvPr/>
        </p:nvSpPr>
        <p:spPr>
          <a:xfrm>
            <a:off x="5957111" y="1190727"/>
            <a:ext cx="411230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Comic Sans MS" panose="030F0702030302020204" pitchFamily="66" charset="0"/>
              </a:rPr>
              <a:t>   Terraform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          │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          ▼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    AWS EC2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           │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           ▼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  Dynamic Inventory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            │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            ▼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        Ansible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             │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 ┌────┴────────────┐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 │                                         │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 ▼                                        ▼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Monitoring Server      Target Servers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 │                                          │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 ▼                                         ▼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Grafana                         Node Exporter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Prometheus                   Apache Exporter</a:t>
            </a:r>
          </a:p>
          <a:p>
            <a:r>
              <a:rPr lang="en-IN" sz="1600" dirty="0">
                <a:latin typeface="Comic Sans MS" panose="030F0702030302020204" pitchFamily="66" charset="0"/>
              </a:rPr>
              <a:t>Alertmanager                cAdvisor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73E53A7-574B-4954-6CB0-F8512F7244CC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5262" y="3852908"/>
            <a:ext cx="1966626" cy="18327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6E5146B-3DA5-65D8-C6F9-36B7EA16AA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706" y="1675775"/>
            <a:ext cx="3198670" cy="132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85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10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899" y="558800"/>
            <a:ext cx="4084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Docker Deployment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7B9BD6-AA08-702A-1BF9-1C09C29DD7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701" y="126448"/>
            <a:ext cx="1229776" cy="1017127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9EFC14E-FCA4-5FD2-0417-6074463918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6583590"/>
              </p:ext>
            </p:extLst>
          </p:nvPr>
        </p:nvGraphicFramePr>
        <p:xfrm>
          <a:off x="9219347" y="635011"/>
          <a:ext cx="2888915" cy="53774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7578A8B-801A-AFB6-AD84-4F15845F85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4884899"/>
              </p:ext>
            </p:extLst>
          </p:nvPr>
        </p:nvGraphicFramePr>
        <p:xfrm>
          <a:off x="608528" y="730684"/>
          <a:ext cx="8128000" cy="4821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405C0E8-3E15-4C46-D90A-9D155C467F47}"/>
              </a:ext>
            </a:extLst>
          </p:cNvPr>
          <p:cNvSpPr txBox="1"/>
          <p:nvPr/>
        </p:nvSpPr>
        <p:spPr>
          <a:xfrm>
            <a:off x="850899" y="5203986"/>
            <a:ext cx="4527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omic Sans MS" panose="030F0702030302020204" pitchFamily="66" charset="0"/>
              </a:rPr>
              <a:t>✔ Lightweight containerized deployment</a:t>
            </a:r>
          </a:p>
          <a:p>
            <a:endParaRPr lang="en-IN" dirty="0">
              <a:latin typeface="Comic Sans MS" panose="030F0702030302020204" pitchFamily="66" charset="0"/>
            </a:endParaRPr>
          </a:p>
          <a:p>
            <a:r>
              <a:rPr lang="en-IN" dirty="0">
                <a:latin typeface="Comic Sans MS" panose="030F0702030302020204" pitchFamily="66" charset="0"/>
              </a:rPr>
              <a:t>✔ Consistent runtime environment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3DCA5C-8DA3-FB71-F0C9-4A40AD14F867}"/>
              </a:ext>
            </a:extLst>
          </p:cNvPr>
          <p:cNvSpPr txBox="1"/>
          <p:nvPr/>
        </p:nvSpPr>
        <p:spPr>
          <a:xfrm>
            <a:off x="5288861" y="5203986"/>
            <a:ext cx="4527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omic Sans MS" panose="030F0702030302020204" pitchFamily="66" charset="0"/>
              </a:rPr>
              <a:t>✔ Simplified application management</a:t>
            </a:r>
          </a:p>
          <a:p>
            <a:endParaRPr lang="en-IN" dirty="0">
              <a:latin typeface="Comic Sans MS" panose="030F0702030302020204" pitchFamily="66" charset="0"/>
            </a:endParaRPr>
          </a:p>
          <a:p>
            <a:r>
              <a:rPr lang="en-IN" dirty="0">
                <a:latin typeface="Comic Sans MS" panose="030F0702030302020204" pitchFamily="66" charset="0"/>
              </a:rPr>
              <a:t>✔ Easy scaling and maintenance</a:t>
            </a:r>
          </a:p>
        </p:txBody>
      </p:sp>
    </p:spTree>
    <p:extLst>
      <p:ext uri="{BB962C8B-B14F-4D97-AF65-F5344CB8AC3E}">
        <p14:creationId xmlns:p14="http://schemas.microsoft.com/office/powerpoint/2010/main" val="3236573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11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899" y="558800"/>
            <a:ext cx="4921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Monitoring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077791-EF34-0749-7AB3-A996C88B6687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69419" y="264285"/>
            <a:ext cx="843179" cy="84317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D2E6232-FB8D-B1BC-5828-49E26964040C}"/>
              </a:ext>
            </a:extLst>
          </p:cNvPr>
          <p:cNvGrpSpPr/>
          <p:nvPr/>
        </p:nvGrpSpPr>
        <p:grpSpPr>
          <a:xfrm>
            <a:off x="138322" y="1266938"/>
            <a:ext cx="7135257" cy="5032261"/>
            <a:chOff x="138322" y="1266938"/>
            <a:chExt cx="7135257" cy="5032261"/>
          </a:xfrm>
        </p:grpSpPr>
        <p:graphicFrame>
          <p:nvGraphicFramePr>
            <p:cNvPr id="11" name="Diagram 10">
              <a:extLst>
                <a:ext uri="{FF2B5EF4-FFF2-40B4-BE49-F238E27FC236}">
                  <a16:creationId xmlns:a16="http://schemas.microsoft.com/office/drawing/2014/main" id="{7D5AD453-93E6-F197-98AF-BC86AA639A9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80596842"/>
                </p:ext>
              </p:extLst>
            </p:nvPr>
          </p:nvGraphicFramePr>
          <p:xfrm>
            <a:off x="138322" y="1266938"/>
            <a:ext cx="7135257" cy="503226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B7DB5B-E8CD-0188-C99B-B806860DEB72}"/>
                </a:ext>
              </a:extLst>
            </p:cNvPr>
            <p:cNvSpPr txBox="1"/>
            <p:nvPr/>
          </p:nvSpPr>
          <p:spPr>
            <a:xfrm>
              <a:off x="3705950" y="2787268"/>
              <a:ext cx="10294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Comic Sans MS" panose="030F0702030302020204" pitchFamily="66" charset="0"/>
                </a:rPr>
                <a:t>Metrics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30DFB61-6AC5-F5BE-091F-9CFAE8B6E297}"/>
              </a:ext>
            </a:extLst>
          </p:cNvPr>
          <p:cNvSpPr txBox="1"/>
          <p:nvPr/>
        </p:nvSpPr>
        <p:spPr>
          <a:xfrm>
            <a:off x="7370158" y="1107464"/>
            <a:ext cx="431873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omic Sans MS" panose="030F0702030302020204" pitchFamily="66" charset="0"/>
              </a:rPr>
              <a:t>Target Server 1        Target Server 2</a:t>
            </a:r>
          </a:p>
          <a:p>
            <a:r>
              <a:rPr lang="en-IN" dirty="0">
                <a:latin typeface="Comic Sans MS" panose="030F0702030302020204" pitchFamily="66" charset="0"/>
              </a:rPr>
              <a:t>(Node + Apache)        (Node + Apache)</a:t>
            </a:r>
          </a:p>
          <a:p>
            <a:r>
              <a:rPr lang="en-IN" dirty="0">
                <a:latin typeface="Comic Sans MS" panose="030F0702030302020204" pitchFamily="66" charset="0"/>
              </a:rPr>
              <a:t>        \                             /</a:t>
            </a:r>
          </a:p>
          <a:p>
            <a:r>
              <a:rPr lang="en-IN" dirty="0">
                <a:latin typeface="Comic Sans MS" panose="030F0702030302020204" pitchFamily="66" charset="0"/>
              </a:rPr>
              <a:t>         \                          /</a:t>
            </a:r>
          </a:p>
          <a:p>
            <a:r>
              <a:rPr lang="en-IN" dirty="0">
                <a:latin typeface="Comic Sans MS" panose="030F0702030302020204" pitchFamily="66" charset="0"/>
              </a:rPr>
              <a:t>          ▼                    ▼</a:t>
            </a:r>
          </a:p>
          <a:p>
            <a:r>
              <a:rPr lang="en-IN" dirty="0">
                <a:latin typeface="Comic Sans MS" panose="030F0702030302020204" pitchFamily="66" charset="0"/>
              </a:rPr>
              <a:t>           Prometheus Server</a:t>
            </a:r>
          </a:p>
          <a:p>
            <a:r>
              <a:rPr lang="en-IN" dirty="0">
                <a:latin typeface="Comic Sans MS" panose="030F0702030302020204" pitchFamily="66" charset="0"/>
              </a:rPr>
              <a:t>           /                 \</a:t>
            </a:r>
          </a:p>
          <a:p>
            <a:r>
              <a:rPr lang="en-IN" dirty="0">
                <a:latin typeface="Comic Sans MS" panose="030F0702030302020204" pitchFamily="66" charset="0"/>
              </a:rPr>
              <a:t>          ▼               ▼</a:t>
            </a:r>
          </a:p>
          <a:p>
            <a:r>
              <a:rPr lang="en-IN" dirty="0">
                <a:latin typeface="Comic Sans MS" panose="030F0702030302020204" pitchFamily="66" charset="0"/>
              </a:rPr>
              <a:t>     Grafana        Alertmanager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9E8963-BAFF-AAF0-C20A-74FFB89669EF}"/>
              </a:ext>
            </a:extLst>
          </p:cNvPr>
          <p:cNvSpPr txBox="1"/>
          <p:nvPr/>
        </p:nvSpPr>
        <p:spPr>
          <a:xfrm>
            <a:off x="7521165" y="3962643"/>
            <a:ext cx="4075863" cy="2123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Comic Sans MS" panose="030F0702030302020204" pitchFamily="66" charset="0"/>
              </a:rPr>
              <a:t>Monitoring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Exporters collect system metrics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Prometheus scrapes metrics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Grafana visualizes dashboards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Alertmanager handles alerts</a:t>
            </a:r>
          </a:p>
        </p:txBody>
      </p:sp>
    </p:spTree>
    <p:extLst>
      <p:ext uri="{BB962C8B-B14F-4D97-AF65-F5344CB8AC3E}">
        <p14:creationId xmlns:p14="http://schemas.microsoft.com/office/powerpoint/2010/main" val="3766700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12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899" y="558800"/>
            <a:ext cx="4921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Prometheus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FBAB89-D94E-4929-F7A0-21593BFF1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2248"/>
          <a:stretch/>
        </p:blipFill>
        <p:spPr>
          <a:xfrm>
            <a:off x="3343253" y="159537"/>
            <a:ext cx="725393" cy="798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63E39F-5FC3-3C85-E968-5B9E02571822}"/>
              </a:ext>
            </a:extLst>
          </p:cNvPr>
          <p:cNvSpPr txBox="1"/>
          <p:nvPr/>
        </p:nvSpPr>
        <p:spPr>
          <a:xfrm>
            <a:off x="928017" y="1306303"/>
            <a:ext cx="3390595" cy="2122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Comic Sans MS" panose="030F0702030302020204" pitchFamily="66" charset="0"/>
              </a:rPr>
              <a:t>Responsibilities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Collect Metrics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Store Time-series Data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Evaluate Alert Rules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Serve Data to Grafana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5974BC-758B-2324-DFEE-7A0AE82B073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090" y="919907"/>
            <a:ext cx="7596531" cy="53792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9B1023-BA5F-F4C8-0D21-1A008A6BBED9}"/>
              </a:ext>
            </a:extLst>
          </p:cNvPr>
          <p:cNvSpPr txBox="1"/>
          <p:nvPr/>
        </p:nvSpPr>
        <p:spPr>
          <a:xfrm>
            <a:off x="1247506" y="3771027"/>
            <a:ext cx="21840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omic Sans MS" panose="030F0702030302020204" pitchFamily="66" charset="0"/>
              </a:rPr>
              <a:t>Node Exporter</a:t>
            </a:r>
          </a:p>
          <a:p>
            <a:r>
              <a:rPr lang="en-IN" dirty="0">
                <a:latin typeface="Comic Sans MS" panose="030F0702030302020204" pitchFamily="66" charset="0"/>
              </a:rPr>
              <a:t>Apache Exporter</a:t>
            </a:r>
          </a:p>
          <a:p>
            <a:r>
              <a:rPr lang="en-IN" dirty="0">
                <a:latin typeface="Comic Sans MS" panose="030F0702030302020204" pitchFamily="66" charset="0"/>
              </a:rPr>
              <a:t>cAdvisor</a:t>
            </a:r>
          </a:p>
          <a:p>
            <a:r>
              <a:rPr lang="en-IN" dirty="0">
                <a:latin typeface="Comic Sans MS" panose="030F0702030302020204" pitchFamily="66" charset="0"/>
              </a:rPr>
              <a:t>        │</a:t>
            </a:r>
          </a:p>
          <a:p>
            <a:r>
              <a:rPr lang="en-IN" dirty="0">
                <a:latin typeface="Comic Sans MS" panose="030F0702030302020204" pitchFamily="66" charset="0"/>
              </a:rPr>
              <a:t>       ▼</a:t>
            </a:r>
          </a:p>
          <a:p>
            <a:r>
              <a:rPr lang="en-IN" dirty="0">
                <a:latin typeface="Comic Sans MS" panose="030F0702030302020204" pitchFamily="66" charset="0"/>
              </a:rPr>
              <a:t>Prometheus</a:t>
            </a:r>
          </a:p>
          <a:p>
            <a:r>
              <a:rPr lang="en-IN" dirty="0">
                <a:latin typeface="Comic Sans MS" panose="030F0702030302020204" pitchFamily="66" charset="0"/>
              </a:rPr>
              <a:t>        │</a:t>
            </a:r>
          </a:p>
          <a:p>
            <a:r>
              <a:rPr lang="en-IN" dirty="0">
                <a:latin typeface="Comic Sans MS" panose="030F0702030302020204" pitchFamily="66" charset="0"/>
              </a:rPr>
              <a:t>       ▼</a:t>
            </a:r>
          </a:p>
          <a:p>
            <a:r>
              <a:rPr lang="en-IN" dirty="0">
                <a:latin typeface="Comic Sans MS" panose="030F0702030302020204" pitchFamily="66" charset="0"/>
              </a:rPr>
              <a:t> Stores Metrics</a:t>
            </a:r>
          </a:p>
        </p:txBody>
      </p:sp>
    </p:spTree>
    <p:extLst>
      <p:ext uri="{BB962C8B-B14F-4D97-AF65-F5344CB8AC3E}">
        <p14:creationId xmlns:p14="http://schemas.microsoft.com/office/powerpoint/2010/main" val="2602304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13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899" y="558800"/>
            <a:ext cx="7599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Infrastructure Monitoring 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3E39F-5FC3-3C85-E968-5B9E02571822}"/>
              </a:ext>
            </a:extLst>
          </p:cNvPr>
          <p:cNvSpPr txBox="1"/>
          <p:nvPr/>
        </p:nvSpPr>
        <p:spPr>
          <a:xfrm>
            <a:off x="928017" y="1306303"/>
            <a:ext cx="4756687" cy="253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Key Monitoring Metrics</a:t>
            </a:r>
            <a:endParaRPr lang="en-IN" b="1" dirty="0">
              <a:latin typeface="Comic Sans MS" panose="030F0702030302020204" pitchFamily="66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CPU Utilization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Memory Usage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Disk Space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Network Traffic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Real-time Infrastructure Visualization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954BED7-F8A9-4C0D-D72B-BA3666903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589" y="1252055"/>
            <a:ext cx="5965284" cy="5469420"/>
          </a:xfrm>
          <a:prstGeom prst="rect">
            <a:avLst/>
          </a:prstGeom>
        </p:spPr>
      </p:pic>
      <p:pic>
        <p:nvPicPr>
          <p:cNvPr id="21" name="Picture 18 (remove.bg)">
            <a:extLst>
              <a:ext uri="{FF2B5EF4-FFF2-40B4-BE49-F238E27FC236}">
                <a16:creationId xmlns:a16="http://schemas.microsoft.com/office/drawing/2014/main" id="{9A109446-753B-3731-23BB-74CE162484C5}"/>
              </a:ext>
            </a:extLst>
          </p:cNvPr>
          <p:cNvPicPr>
            <a:picLocks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50198" y="0"/>
            <a:ext cx="2020066" cy="112637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30A9969-2FDF-A8A3-780C-A0BFFFB9E0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28017" y="4007226"/>
            <a:ext cx="1477437" cy="147743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6413F86-1BD7-040C-A081-70AD84EB008A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2995329" y="3793563"/>
            <a:ext cx="1904762" cy="190476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6ED05CF-EBCB-01E1-B1C2-D3FE7F3CB442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117052" y="5551697"/>
            <a:ext cx="1099366" cy="109936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C3C0E4C-07D0-CA61-68E1-4DCDAE2D9F3D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3210778" y="5640853"/>
            <a:ext cx="1473863" cy="101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35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14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899" y="558800"/>
            <a:ext cx="2784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Alertmanager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3E39F-5FC3-3C85-E968-5B9E02571822}"/>
              </a:ext>
            </a:extLst>
          </p:cNvPr>
          <p:cNvSpPr txBox="1"/>
          <p:nvPr/>
        </p:nvSpPr>
        <p:spPr>
          <a:xfrm>
            <a:off x="928017" y="1306303"/>
            <a:ext cx="4756687" cy="2122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Comic Sans MS" panose="030F0702030302020204" pitchFamily="66" charset="0"/>
              </a:rPr>
              <a:t>Alert Management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Evaluates alert rules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Detects service failures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Sends alert notification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Reduces downtime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954BED7-F8A9-4C0D-D72B-BA36669036B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7" r="13826" b="22656"/>
          <a:stretch/>
        </p:blipFill>
        <p:spPr>
          <a:xfrm>
            <a:off x="5121634" y="383022"/>
            <a:ext cx="6869604" cy="34614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DC896B2-3C39-4863-DCC8-B4A778B5685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06"/>
          <a:stretch/>
        </p:blipFill>
        <p:spPr>
          <a:xfrm>
            <a:off x="3555285" y="239259"/>
            <a:ext cx="970385" cy="697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A1D242-D27B-86B7-29C4-80A71E65CB5D}"/>
              </a:ext>
            </a:extLst>
          </p:cNvPr>
          <p:cNvSpPr txBox="1"/>
          <p:nvPr/>
        </p:nvSpPr>
        <p:spPr>
          <a:xfrm>
            <a:off x="928017" y="3798869"/>
            <a:ext cx="3597653" cy="21226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b="1">
                <a:latin typeface="Comic Sans MS" panose="030F0702030302020204" pitchFamily="66" charset="0"/>
              </a:defRPr>
            </a:lvl1pPr>
          </a:lstStyle>
          <a:p>
            <a:r>
              <a:rPr lang="en-IN" dirty="0"/>
              <a:t>Example Alerts</a:t>
            </a:r>
          </a:p>
          <a:p>
            <a:r>
              <a:rPr lang="en-IN" b="0" dirty="0"/>
              <a:t>✔ Apache Service Down</a:t>
            </a:r>
          </a:p>
          <a:p>
            <a:r>
              <a:rPr lang="en-IN" b="0" dirty="0"/>
              <a:t>✔ Node Exporter Down</a:t>
            </a:r>
          </a:p>
          <a:p>
            <a:r>
              <a:rPr lang="en-IN" b="0" dirty="0"/>
              <a:t>✔ High CPU Usage</a:t>
            </a:r>
          </a:p>
          <a:p>
            <a:r>
              <a:rPr lang="en-IN" b="0" dirty="0"/>
              <a:t>✔ Target Unreachable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40F41EC-AA7F-E79D-7A10-4C3AC025BC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2588906"/>
              </p:ext>
            </p:extLst>
          </p:nvPr>
        </p:nvGraphicFramePr>
        <p:xfrm>
          <a:off x="3886200" y="3995820"/>
          <a:ext cx="8128000" cy="2122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003228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15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899" y="558800"/>
            <a:ext cx="3674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Challenges Faced</a:t>
            </a:r>
          </a:p>
        </p:txBody>
      </p:sp>
      <p:pic>
        <p:nvPicPr>
          <p:cNvPr id="11" name="Picture 8 (remove.bg)">
            <a:extLst>
              <a:ext uri="{FF2B5EF4-FFF2-40B4-BE49-F238E27FC236}">
                <a16:creationId xmlns:a16="http://schemas.microsoft.com/office/drawing/2014/main" id="{089BDBEF-E699-335A-331E-173B7F593D30}"/>
              </a:ext>
            </a:extLst>
          </p:cNvPr>
          <p:cNvPicPr>
            <a:picLocks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2" t="28273" b="8148"/>
          <a:stretch/>
        </p:blipFill>
        <p:spPr>
          <a:xfrm>
            <a:off x="4261957" y="186578"/>
            <a:ext cx="2599134" cy="1329217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70FD373-030E-4771-C830-EB0F4535A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367721"/>
              </p:ext>
            </p:extLst>
          </p:nvPr>
        </p:nvGraphicFramePr>
        <p:xfrm>
          <a:off x="936434" y="1515795"/>
          <a:ext cx="10459208" cy="36881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29604">
                  <a:extLst>
                    <a:ext uri="{9D8B030D-6E8A-4147-A177-3AD203B41FA5}">
                      <a16:colId xmlns:a16="http://schemas.microsoft.com/office/drawing/2014/main" val="810790261"/>
                    </a:ext>
                  </a:extLst>
                </a:gridCol>
                <a:gridCol w="5229604">
                  <a:extLst>
                    <a:ext uri="{9D8B030D-6E8A-4147-A177-3AD203B41FA5}">
                      <a16:colId xmlns:a16="http://schemas.microsoft.com/office/drawing/2014/main" val="2068309591"/>
                    </a:ext>
                  </a:extLst>
                </a:gridCol>
              </a:tblGrid>
              <a:tr h="526883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omic Sans MS" panose="030F0702030302020204" pitchFamily="66" charset="0"/>
                        </a:rPr>
                        <a:t>Challenge</a:t>
                      </a:r>
                    </a:p>
                  </a:txBody>
                  <a:tcPr marL="98252" marR="98252" marT="49126" marB="49126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omic Sans MS" panose="030F0702030302020204" pitchFamily="66" charset="0"/>
                        </a:rPr>
                        <a:t>Solution</a:t>
                      </a:r>
                    </a:p>
                  </a:txBody>
                  <a:tcPr marL="98252" marR="98252" marT="49126" marB="49126"/>
                </a:tc>
                <a:extLst>
                  <a:ext uri="{0D108BD9-81ED-4DB2-BD59-A6C34878D82A}">
                    <a16:rowId xmlns:a16="http://schemas.microsoft.com/office/drawing/2014/main" val="3974254211"/>
                  </a:ext>
                </a:extLst>
              </a:tr>
              <a:tr h="526883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omic Sans MS" panose="030F0702030302020204" pitchFamily="66" charset="0"/>
                        </a:rPr>
                        <a:t>Dynamic Inventory Configuration</a:t>
                      </a:r>
                    </a:p>
                  </a:txBody>
                  <a:tcPr marL="98252" marR="98252" marT="49126" marB="49126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omic Sans MS" panose="030F0702030302020204" pitchFamily="66" charset="0"/>
                        </a:rPr>
                        <a:t>Implemented Ansible Dynamic Inventory</a:t>
                      </a:r>
                    </a:p>
                  </a:txBody>
                  <a:tcPr marL="98252" marR="98252" marT="49126" marB="49126"/>
                </a:tc>
                <a:extLst>
                  <a:ext uri="{0D108BD9-81ED-4DB2-BD59-A6C34878D82A}">
                    <a16:rowId xmlns:a16="http://schemas.microsoft.com/office/drawing/2014/main" val="3274768846"/>
                  </a:ext>
                </a:extLst>
              </a:tr>
              <a:tr h="526883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omic Sans MS" panose="030F0702030302020204" pitchFamily="66" charset="0"/>
                        </a:rPr>
                        <a:t>SSH Authentication Issues</a:t>
                      </a:r>
                    </a:p>
                  </a:txBody>
                  <a:tcPr marL="98252" marR="98252" marT="49126" marB="49126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omic Sans MS" panose="030F0702030302020204" pitchFamily="66" charset="0"/>
                        </a:rPr>
                        <a:t>Configured SSH Keys &amp; Security Groups</a:t>
                      </a:r>
                    </a:p>
                  </a:txBody>
                  <a:tcPr marL="98252" marR="98252" marT="49126" marB="49126"/>
                </a:tc>
                <a:extLst>
                  <a:ext uri="{0D108BD9-81ED-4DB2-BD59-A6C34878D82A}">
                    <a16:rowId xmlns:a16="http://schemas.microsoft.com/office/drawing/2014/main" val="3141081626"/>
                  </a:ext>
                </a:extLst>
              </a:tr>
              <a:tr h="526883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omic Sans MS" panose="030F0702030302020204" pitchFamily="66" charset="0"/>
                        </a:rPr>
                        <a:t>Terraform Remote State Management</a:t>
                      </a:r>
                    </a:p>
                  </a:txBody>
                  <a:tcPr marL="98252" marR="98252" marT="49126" marB="49126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omic Sans MS" panose="030F0702030302020204" pitchFamily="66" charset="0"/>
                        </a:rPr>
                        <a:t>Used Terraform Cloud for Remote State</a:t>
                      </a:r>
                    </a:p>
                  </a:txBody>
                  <a:tcPr marL="98252" marR="98252" marT="49126" marB="49126"/>
                </a:tc>
                <a:extLst>
                  <a:ext uri="{0D108BD9-81ED-4DB2-BD59-A6C34878D82A}">
                    <a16:rowId xmlns:a16="http://schemas.microsoft.com/office/drawing/2014/main" val="3642716718"/>
                  </a:ext>
                </a:extLst>
              </a:tr>
              <a:tr h="526883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omic Sans MS" panose="030F0702030302020204" pitchFamily="66" charset="0"/>
                        </a:rPr>
                        <a:t>Prometheus Scrape Configuration</a:t>
                      </a:r>
                    </a:p>
                  </a:txBody>
                  <a:tcPr marL="98252" marR="98252" marT="49126" marB="49126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omic Sans MS" panose="030F0702030302020204" pitchFamily="66" charset="0"/>
                        </a:rPr>
                        <a:t>Validated Prometheus Targets &amp; Metrics</a:t>
                      </a:r>
                    </a:p>
                  </a:txBody>
                  <a:tcPr marL="98252" marR="98252" marT="49126" marB="49126"/>
                </a:tc>
                <a:extLst>
                  <a:ext uri="{0D108BD9-81ED-4DB2-BD59-A6C34878D82A}">
                    <a16:rowId xmlns:a16="http://schemas.microsoft.com/office/drawing/2014/main" val="2375992984"/>
                  </a:ext>
                </a:extLst>
              </a:tr>
              <a:tr h="526883">
                <a:tc>
                  <a:txBody>
                    <a:bodyPr/>
                    <a:lstStyle/>
                    <a:p>
                      <a:r>
                        <a:rPr lang="it-IT" sz="2000" dirty="0">
                          <a:latin typeface="Comic Sans MS" panose="030F0702030302020204" pitchFamily="66" charset="0"/>
                        </a:rPr>
                        <a:t>GitLab CI/CD Pipeline Debugging</a:t>
                      </a:r>
                      <a:endParaRPr lang="en-IN" sz="2000" dirty="0">
                        <a:latin typeface="Comic Sans MS" panose="030F0702030302020204" pitchFamily="66" charset="0"/>
                      </a:endParaRPr>
                    </a:p>
                  </a:txBody>
                  <a:tcPr marL="98252" marR="98252" marT="49126" marB="49126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omic Sans MS" panose="030F0702030302020204" pitchFamily="66" charset="0"/>
                        </a:rPr>
                        <a:t>Optimized GitLab CI/CD Pipeline</a:t>
                      </a:r>
                    </a:p>
                  </a:txBody>
                  <a:tcPr marL="98252" marR="98252" marT="49126" marB="49126"/>
                </a:tc>
                <a:extLst>
                  <a:ext uri="{0D108BD9-81ED-4DB2-BD59-A6C34878D82A}">
                    <a16:rowId xmlns:a16="http://schemas.microsoft.com/office/drawing/2014/main" val="3953879790"/>
                  </a:ext>
                </a:extLst>
              </a:tr>
              <a:tr h="526883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omic Sans MS" panose="030F0702030302020204" pitchFamily="66" charset="0"/>
                        </a:rPr>
                        <a:t>Docker Container Networking</a:t>
                      </a:r>
                    </a:p>
                  </a:txBody>
                  <a:tcPr marL="98252" marR="98252" marT="49126" marB="49126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omic Sans MS" panose="030F0702030302020204" pitchFamily="66" charset="0"/>
                        </a:rPr>
                        <a:t>Configured Docker Networking &amp; Compose</a:t>
                      </a:r>
                    </a:p>
                  </a:txBody>
                  <a:tcPr marL="98252" marR="98252" marT="49126" marB="49126"/>
                </a:tc>
                <a:extLst>
                  <a:ext uri="{0D108BD9-81ED-4DB2-BD59-A6C34878D82A}">
                    <a16:rowId xmlns:a16="http://schemas.microsoft.com/office/drawing/2014/main" val="4086279507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3ED653D6-BA7D-4EDF-D29F-CC19C89642A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957" y="5093668"/>
            <a:ext cx="2717049" cy="187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56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16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899" y="558800"/>
            <a:ext cx="444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Future Enhancements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664506-8955-04E7-2D1D-DE5F003E7EF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087927" y="328"/>
            <a:ext cx="2156222" cy="11432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9F674E-C7B3-0B95-1140-55BD5C26FDDC}"/>
              </a:ext>
            </a:extLst>
          </p:cNvPr>
          <p:cNvSpPr txBox="1"/>
          <p:nvPr/>
        </p:nvSpPr>
        <p:spPr>
          <a:xfrm>
            <a:off x="850899" y="1364769"/>
            <a:ext cx="4195231" cy="253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Kubernetes-based Deployment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Slack &amp; Email Alert Notifications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Auto Scaling Support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Centralized Log Management (Loki)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Distributed Tracing (Tempo)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mic Sans MS" panose="030F0702030302020204" pitchFamily="66" charset="0"/>
              </a:rPr>
              <a:t>✔ Multi-Region Monitoring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4502F322-A3BF-EB21-D6E0-36AA550971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8126425"/>
              </p:ext>
            </p:extLst>
          </p:nvPr>
        </p:nvGraphicFramePr>
        <p:xfrm>
          <a:off x="8331788" y="558800"/>
          <a:ext cx="390609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8426278-B2BB-FD43-FF24-0796BD43350F}"/>
              </a:ext>
            </a:extLst>
          </p:cNvPr>
          <p:cNvSpPr txBox="1"/>
          <p:nvPr/>
        </p:nvSpPr>
        <p:spPr>
          <a:xfrm>
            <a:off x="850899" y="3902964"/>
            <a:ext cx="6119870" cy="2538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Comic Sans MS" panose="030F0702030302020204" pitchFamily="66" charset="0"/>
              </a:rPr>
              <a:t>Kubernetes</a:t>
            </a:r>
            <a:r>
              <a:rPr lang="en-IN" dirty="0">
                <a:latin typeface="Comic Sans MS" panose="030F0702030302020204" pitchFamily="66" charset="0"/>
              </a:rPr>
              <a:t> → Modern container orchestration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Comic Sans MS" panose="030F0702030302020204" pitchFamily="66" charset="0"/>
              </a:rPr>
              <a:t>Slack/Email</a:t>
            </a:r>
            <a:r>
              <a:rPr lang="en-IN" dirty="0">
                <a:latin typeface="Comic Sans MS" panose="030F0702030302020204" pitchFamily="66" charset="0"/>
              </a:rPr>
              <a:t> → Production alerting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Comic Sans MS" panose="030F0702030302020204" pitchFamily="66" charset="0"/>
              </a:rPr>
              <a:t>Loki</a:t>
            </a:r>
            <a:r>
              <a:rPr lang="en-IN" dirty="0">
                <a:latin typeface="Comic Sans MS" panose="030F0702030302020204" pitchFamily="66" charset="0"/>
              </a:rPr>
              <a:t> → Centralized log aggregation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Comic Sans MS" panose="030F0702030302020204" pitchFamily="66" charset="0"/>
              </a:rPr>
              <a:t>Tempo</a:t>
            </a:r>
            <a:r>
              <a:rPr lang="en-IN" dirty="0">
                <a:latin typeface="Comic Sans MS" panose="030F0702030302020204" pitchFamily="66" charset="0"/>
              </a:rPr>
              <a:t> → Distributed tracing for microservices</a:t>
            </a:r>
          </a:p>
          <a:p>
            <a:pPr>
              <a:lnSpc>
                <a:spcPct val="150000"/>
              </a:lnSpc>
            </a:pPr>
            <a:r>
              <a:rPr lang="fr-FR" b="1" dirty="0">
                <a:latin typeface="Comic Sans MS" panose="030F0702030302020204" pitchFamily="66" charset="0"/>
              </a:rPr>
              <a:t>Auto Scaling</a:t>
            </a:r>
            <a:r>
              <a:rPr lang="fr-FR" dirty="0">
                <a:latin typeface="Comic Sans MS" panose="030F0702030302020204" pitchFamily="66" charset="0"/>
              </a:rPr>
              <a:t> → Dynamic infrastructure support</a:t>
            </a:r>
            <a:endParaRPr lang="en-IN" dirty="0">
              <a:latin typeface="Comic Sans MS" panose="030F0702030302020204" pitchFamily="66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Comic Sans MS" panose="030F0702030302020204" pitchFamily="66" charset="0"/>
              </a:rPr>
              <a:t>Multi-Region</a:t>
            </a:r>
            <a:r>
              <a:rPr lang="en-IN" dirty="0">
                <a:latin typeface="Comic Sans MS" panose="030F0702030302020204" pitchFamily="66" charset="0"/>
              </a:rPr>
              <a:t> → High availability and disaster recovery</a:t>
            </a:r>
          </a:p>
        </p:txBody>
      </p:sp>
      <p:pic>
        <p:nvPicPr>
          <p:cNvPr id="19" name="Picture 6 (remove.bg)">
            <a:extLst>
              <a:ext uri="{FF2B5EF4-FFF2-40B4-BE49-F238E27FC236}">
                <a16:creationId xmlns:a16="http://schemas.microsoft.com/office/drawing/2014/main" id="{AB307845-E980-DC8F-7B8F-E0E4D25491EA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403" y="4250670"/>
            <a:ext cx="1726797" cy="172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62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17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0EC19-1514-3D00-3857-336D39C4DE5D}"/>
              </a:ext>
            </a:extLst>
          </p:cNvPr>
          <p:cNvSpPr txBox="1"/>
          <p:nvPr/>
        </p:nvSpPr>
        <p:spPr>
          <a:xfrm>
            <a:off x="850899" y="558800"/>
            <a:ext cx="4448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mic Sans MS" panose="030F0702030302020204" pitchFamily="66" charset="0"/>
              </a:rPr>
              <a:t>Demonstration</a:t>
            </a:r>
          </a:p>
        </p:txBody>
      </p:sp>
      <p:pic>
        <p:nvPicPr>
          <p:cNvPr id="9" name="Picture 5 (remove.bg)">
            <a:extLst>
              <a:ext uri="{FF2B5EF4-FFF2-40B4-BE49-F238E27FC236}">
                <a16:creationId xmlns:a16="http://schemas.microsoft.com/office/drawing/2014/main" id="{A5868B01-BBB7-38D3-E8D4-5EEBFADB4856}"/>
              </a:ext>
            </a:extLst>
          </p:cNvPr>
          <p:cNvPicPr>
            <a:picLocks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421" y="-505324"/>
            <a:ext cx="1600200" cy="160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76BFF1-1727-71C7-ECCB-EDF659E7E3D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44" y="4108530"/>
            <a:ext cx="4448215" cy="23963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01579A-4D22-519C-D08B-CA54E3433B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480" y="199804"/>
            <a:ext cx="2943076" cy="61565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8C8BB6B-A8BF-64C1-4DDE-F0E00A07DA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210" y="558800"/>
            <a:ext cx="4622076" cy="30216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4B80AC-B27C-3D1B-5A08-111F6FD548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06" y="1168929"/>
            <a:ext cx="2562725" cy="262839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59DCD7A-135F-AB46-ECB3-7AB4E3C000F5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9" r="12072"/>
          <a:stretch/>
        </p:blipFill>
        <p:spPr>
          <a:xfrm>
            <a:off x="5091853" y="4108530"/>
            <a:ext cx="3560786" cy="219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35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E242-59E6-AF97-773E-9D36D614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0200" y="6356350"/>
            <a:ext cx="3403600" cy="365125"/>
          </a:xfrm>
        </p:spPr>
        <p:txBody>
          <a:bodyPr/>
          <a:lstStyle/>
          <a:p>
            <a:fld id="{0EAA568F-71BB-427B-975F-CF91D9DFB99B}" type="slidenum">
              <a:rPr lang="en-IN" smtClean="0"/>
              <a:t>18</a:t>
            </a:fld>
            <a:r>
              <a:rPr lang="en-IN" dirty="0"/>
              <a:t> | Monitoring Platform Setup by Sazad Ahemad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3A62CC-919E-A843-411C-6FC5F4BD4E4B}"/>
              </a:ext>
            </a:extLst>
          </p:cNvPr>
          <p:cNvSpPr txBox="1"/>
          <p:nvPr/>
        </p:nvSpPr>
        <p:spPr>
          <a:xfrm>
            <a:off x="1897380" y="1920240"/>
            <a:ext cx="899541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>
                <a:solidFill>
                  <a:schemeClr val="bg1"/>
                </a:solidFill>
                <a:latin typeface="Comic Sans MS" panose="030F0702030302020204" pitchFamily="66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3139B-1439-8129-2C4C-6837D5323F5E}"/>
              </a:ext>
            </a:extLst>
          </p:cNvPr>
          <p:cNvSpPr txBox="1"/>
          <p:nvPr/>
        </p:nvSpPr>
        <p:spPr>
          <a:xfrm>
            <a:off x="7372350" y="4300240"/>
            <a:ext cx="373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- Sazad Ahemad</a:t>
            </a:r>
          </a:p>
        </p:txBody>
      </p:sp>
      <p:pic>
        <p:nvPicPr>
          <p:cNvPr id="8" name="Graphic 7">
            <a:hlinkClick r:id="rId3"/>
            <a:extLst>
              <a:ext uri="{FF2B5EF4-FFF2-40B4-BE49-F238E27FC236}">
                <a16:creationId xmlns:a16="http://schemas.microsoft.com/office/drawing/2014/main" id="{8CEFC854-400E-3F31-F269-ADCDD9CE4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299575" y="5086985"/>
            <a:ext cx="704850" cy="704850"/>
          </a:xfrm>
          <a:prstGeom prst="rect">
            <a:avLst/>
          </a:prstGeom>
        </p:spPr>
      </p:pic>
      <p:pic>
        <p:nvPicPr>
          <p:cNvPr id="11" name="Picture 10">
            <a:hlinkClick r:id="rId7"/>
            <a:extLst>
              <a:ext uri="{FF2B5EF4-FFF2-40B4-BE49-F238E27FC236}">
                <a16:creationId xmlns:a16="http://schemas.microsoft.com/office/drawing/2014/main" id="{7F598455-3E2F-8078-B0AA-4A139A488FED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2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385811" y="5086235"/>
            <a:ext cx="705600" cy="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89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711</TotalTime>
  <Words>1065</Words>
  <Application>Microsoft Office PowerPoint</Application>
  <PresentationFormat>Widescreen</PresentationFormat>
  <Paragraphs>301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Comic Sans MS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Prometheus + Grafana Infra Setup using Terraform</dc:title>
  <dc:creator>Sazad Ahemad</dc:creator>
  <cp:keywords>Prometheus, Grafana, Terraform, AWS</cp:keywords>
  <cp:lastModifiedBy>Sazad Ahemad</cp:lastModifiedBy>
  <cp:revision>19</cp:revision>
  <dcterms:created xsi:type="dcterms:W3CDTF">2026-07-30T09:10:35Z</dcterms:created>
  <dcterms:modified xsi:type="dcterms:W3CDTF">2026-08-02T20:18:02Z</dcterms:modified>
  <cp:category>Monitoring Server</cp:category>
</cp:coreProperties>
</file>